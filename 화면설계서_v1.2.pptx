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customXml/itemProps4.xml" ContentType="application/vnd.openxmlformats-officedocument.customXmlProperties+xml"/>
  <Override PartName="/customXml/itemProps5.xml" ContentType="application/vnd.openxmlformats-officedocument.customXmlProperties+xml"/>
  <Override PartName="/customXml/itemProps6.xml" ContentType="application/vnd.openxmlformats-officedocument.customXmlProperties+xml"/>
  <Override PartName="/customXml/itemProps7.xml" ContentType="application/vnd.openxmlformats-officedocument.customXmlProperties+xml"/>
  <Override PartName="/customXml/itemProps8.xml" ContentType="application/vnd.openxmlformats-officedocument.customXmlProperties+xml"/>
  <Override PartName="/customXml/itemProps9.xml" ContentType="application/vnd.openxmlformats-officedocument.customXmlProperties+xml"/>
  <Override PartName="/customXml/itemProps10.xml" ContentType="application/vnd.openxmlformats-officedocument.customXmlProperties+xml"/>
  <Override PartName="/customXml/itemProps11.xml" ContentType="application/vnd.openxmlformats-officedocument.customXmlProperties+xml"/>
  <Override PartName="/customXml/itemProps12.xml" ContentType="application/vnd.openxmlformats-officedocument.customXmlProperties+xml"/>
  <Override PartName="/customXml/itemProps13.xml" ContentType="application/vnd.openxmlformats-officedocument.customXmlProperties+xml"/>
  <Override PartName="/customXml/itemProps14.xml" ContentType="application/vnd.openxmlformats-officedocument.customXmlProperties+xml"/>
  <Override PartName="/customXml/itemProps15.xml" ContentType="application/vnd.openxmlformats-officedocument.customXmlProperties+xml"/>
  <Override PartName="/customXml/itemProps16.xml" ContentType="application/vnd.openxmlformats-officedocument.customXmlProperties+xml"/>
  <Override PartName="/customXml/itemProps17.xml" ContentType="application/vnd.openxmlformats-officedocument.customXmlProperties+xml"/>
  <Override PartName="/customXml/itemProps18.xml" ContentType="application/vnd.openxmlformats-officedocument.customXmlProperties+xml"/>
  <Override PartName="/customXml/itemProps19.xml" ContentType="application/vnd.openxmlformats-officedocument.customXmlProperties+xml"/>
  <Override PartName="/customXml/itemProps20.xml" ContentType="application/vnd.openxmlformats-officedocument.customXmlProperties+xml"/>
  <Override PartName="/customXml/itemProps21.xml" ContentType="application/vnd.openxmlformats-officedocument.customXmlProperties+xml"/>
  <Override PartName="/customXml/itemProps22.xml" ContentType="application/vnd.openxmlformats-officedocument.customXmlProperties+xml"/>
  <Override PartName="/customXml/itemProps23.xml" ContentType="application/vnd.openxmlformats-officedocument.customXmlProperties+xml"/>
  <Override PartName="/customXml/itemProps24.xml" ContentType="application/vnd.openxmlformats-officedocument.customXmlProperties+xml"/>
  <Override PartName="/customXml/itemProps25.xml" ContentType="application/vnd.openxmlformats-officedocument.customXmlProperties+xml"/>
  <Override PartName="/customXml/itemProps26.xml" ContentType="application/vnd.openxmlformats-officedocument.customXmlProperties+xml"/>
  <Override PartName="/customXml/itemProps27.xml" ContentType="application/vnd.openxmlformats-officedocument.customXmlProperties+xml"/>
  <Override PartName="/customXml/itemProps28.xml" ContentType="application/vnd.openxmlformats-officedocument.customXmlProperties+xml"/>
  <Override PartName="/customXml/itemProps29.xml" ContentType="application/vnd.openxmlformats-officedocument.customXmlProperties+xml"/>
  <Override PartName="/customXml/itemProps30.xml" ContentType="application/vnd.openxmlformats-officedocument.customXmlProperties+xml"/>
  <Override PartName="/customXml/itemProps31.xml" ContentType="application/vnd.openxmlformats-officedocument.customXmlProperties+xml"/>
  <Override PartName="/customXml/itemProps32.xml" ContentType="application/vnd.openxmlformats-officedocument.customXmlProperties+xml"/>
  <Override PartName="/customXml/itemProps33.xml" ContentType="application/vnd.openxmlformats-officedocument.customXmlProperties+xml"/>
  <Override PartName="/customXml/itemProps34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firstSlideNum="0" showSpecialPlsOnTitleSld="0" saveSubsetFonts="1">
  <p:sldMasterIdLst>
    <p:sldMasterId id="2147483662" r:id="rId35"/>
  </p:sldMasterIdLst>
  <p:notesMasterIdLst>
    <p:notesMasterId r:id="rId43"/>
  </p:notesMasterIdLst>
  <p:handoutMasterIdLst>
    <p:handoutMasterId r:id="rId44"/>
  </p:handoutMasterIdLst>
  <p:sldIdLst>
    <p:sldId id="363" r:id="rId36"/>
    <p:sldId id="693" r:id="rId37"/>
    <p:sldId id="642" r:id="rId38"/>
    <p:sldId id="700" r:id="rId39"/>
    <p:sldId id="694" r:id="rId40"/>
    <p:sldId id="699" r:id="rId41"/>
    <p:sldId id="696" r:id="rId42"/>
  </p:sldIdLst>
  <p:sldSz cx="9906000" cy="6858000" type="A4"/>
  <p:notesSz cx="6807200" cy="9939338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orient="horz" pos="630" userDrawn="1">
          <p15:clr>
            <a:srgbClr val="A4A3A4"/>
          </p15:clr>
        </p15:guide>
        <p15:guide id="4" orient="horz" pos="3929" userDrawn="1">
          <p15:clr>
            <a:srgbClr val="A4A3A4"/>
          </p15:clr>
        </p15:guide>
        <p15:guide id="7" pos="103" userDrawn="1">
          <p15:clr>
            <a:srgbClr val="A4A3A4"/>
          </p15:clr>
        </p15:guide>
        <p15:guide id="10" pos="2315" userDrawn="1">
          <p15:clr>
            <a:srgbClr val="A4A3A4"/>
          </p15:clr>
        </p15:guide>
        <p15:guide id="11" pos="6182">
          <p15:clr>
            <a:srgbClr val="A4A3A4"/>
          </p15:clr>
        </p15:guide>
        <p15:guide id="14" pos="4619" userDrawn="1">
          <p15:clr>
            <a:srgbClr val="A4A3A4"/>
          </p15:clr>
        </p15:guide>
        <p15:guide id="16" pos="4526" userDrawn="1">
          <p15:clr>
            <a:srgbClr val="A4A3A4"/>
          </p15:clr>
        </p15:guide>
        <p15:guide id="17" orient="horz" pos="201" userDrawn="1">
          <p15:clr>
            <a:srgbClr val="A4A3A4"/>
          </p15:clr>
        </p15:guide>
        <p15:guide id="18" orient="horz" pos="232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3131">
          <p15:clr>
            <a:srgbClr val="A4A3A4"/>
          </p15:clr>
        </p15:guide>
        <p15:guide id="2" pos="2143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5350C3"/>
    <a:srgbClr val="ECF2FA"/>
    <a:srgbClr val="DEE9F6"/>
    <a:srgbClr val="A1C1E7"/>
    <a:srgbClr val="BDC3D1"/>
    <a:srgbClr val="4C566E"/>
    <a:srgbClr val="B5BAC7"/>
    <a:srgbClr val="DAE5F6"/>
    <a:srgbClr val="365F8C"/>
    <a:srgbClr val="F2F2F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스타일 없음, 표 눈금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E8034E78-7F5D-4C2E-B375-FC64B27BC917}" styleName="어두운 스타일 1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dk1">
              <a:tint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dk1">
              <a:tint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dk1">
              <a:tint val="6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69012ECD-51FC-41F1-AA8D-1B2483CD663E}" styleName="밝은 스타일 2 - 강조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073A0DAA-6AF3-43AB-8588-CEC1D06C72B9}" styleName="보통 스타일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7610" autoAdjust="0"/>
    <p:restoredTop sz="96370" autoAdjust="0"/>
  </p:normalViewPr>
  <p:slideViewPr>
    <p:cSldViewPr>
      <p:cViewPr>
        <p:scale>
          <a:sx n="150" d="100"/>
          <a:sy n="150" d="100"/>
        </p:scale>
        <p:origin x="2122" y="-1066"/>
      </p:cViewPr>
      <p:guideLst>
        <p:guide orient="horz" pos="2160"/>
        <p:guide orient="horz" pos="630"/>
        <p:guide orient="horz" pos="3929"/>
        <p:guide pos="103"/>
        <p:guide pos="2315"/>
        <p:guide pos="6182"/>
        <p:guide pos="4619"/>
        <p:guide pos="4526"/>
        <p:guide orient="horz" pos="201"/>
        <p:guide orient="horz" pos="232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50" d="100"/>
        <a:sy n="50" d="100"/>
      </p:scale>
      <p:origin x="0" y="0"/>
    </p:cViewPr>
  </p:sorterViewPr>
  <p:notesViewPr>
    <p:cSldViewPr>
      <p:cViewPr varScale="1">
        <p:scale>
          <a:sx n="85" d="100"/>
          <a:sy n="85" d="100"/>
        </p:scale>
        <p:origin x="3912" y="77"/>
      </p:cViewPr>
      <p:guideLst>
        <p:guide orient="horz" pos="3131"/>
        <p:guide pos="2143"/>
      </p:guideLst>
    </p:cSldViewPr>
  </p:notesViewPr>
  <p:gridSpacing cx="90001" cy="90001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customXml" Target="../customXml/item13.xml"/><Relationship Id="rId18" Type="http://schemas.openxmlformats.org/officeDocument/2006/relationships/customXml" Target="../customXml/item18.xml"/><Relationship Id="rId26" Type="http://schemas.openxmlformats.org/officeDocument/2006/relationships/customXml" Target="../customXml/item26.xml"/><Relationship Id="rId39" Type="http://schemas.openxmlformats.org/officeDocument/2006/relationships/slide" Target="slides/slide4.xml"/><Relationship Id="rId21" Type="http://schemas.openxmlformats.org/officeDocument/2006/relationships/customXml" Target="../customXml/item21.xml"/><Relationship Id="rId34" Type="http://schemas.openxmlformats.org/officeDocument/2006/relationships/customXml" Target="../customXml/item34.xml"/><Relationship Id="rId42" Type="http://schemas.openxmlformats.org/officeDocument/2006/relationships/slide" Target="slides/slide7.xml"/><Relationship Id="rId47" Type="http://schemas.openxmlformats.org/officeDocument/2006/relationships/theme" Target="theme/theme1.xml"/><Relationship Id="rId7" Type="http://schemas.openxmlformats.org/officeDocument/2006/relationships/customXml" Target="../customXml/item7.xml"/><Relationship Id="rId2" Type="http://schemas.openxmlformats.org/officeDocument/2006/relationships/customXml" Target="../customXml/item2.xml"/><Relationship Id="rId16" Type="http://schemas.openxmlformats.org/officeDocument/2006/relationships/customXml" Target="../customXml/item16.xml"/><Relationship Id="rId29" Type="http://schemas.openxmlformats.org/officeDocument/2006/relationships/customXml" Target="../customXml/item29.xml"/><Relationship Id="rId1" Type="http://schemas.openxmlformats.org/officeDocument/2006/relationships/customXml" Target="../customXml/item1.xml"/><Relationship Id="rId6" Type="http://schemas.openxmlformats.org/officeDocument/2006/relationships/customXml" Target="../customXml/item6.xml"/><Relationship Id="rId11" Type="http://schemas.openxmlformats.org/officeDocument/2006/relationships/customXml" Target="../customXml/item11.xml"/><Relationship Id="rId24" Type="http://schemas.openxmlformats.org/officeDocument/2006/relationships/customXml" Target="../customXml/item24.xml"/><Relationship Id="rId32" Type="http://schemas.openxmlformats.org/officeDocument/2006/relationships/customXml" Target="../customXml/item32.xml"/><Relationship Id="rId37" Type="http://schemas.openxmlformats.org/officeDocument/2006/relationships/slide" Target="slides/slide2.xml"/><Relationship Id="rId40" Type="http://schemas.openxmlformats.org/officeDocument/2006/relationships/slide" Target="slides/slide5.xml"/><Relationship Id="rId45" Type="http://schemas.openxmlformats.org/officeDocument/2006/relationships/presProps" Target="presProps.xml"/><Relationship Id="rId5" Type="http://schemas.openxmlformats.org/officeDocument/2006/relationships/customXml" Target="../customXml/item5.xml"/><Relationship Id="rId15" Type="http://schemas.openxmlformats.org/officeDocument/2006/relationships/customXml" Target="../customXml/item15.xml"/><Relationship Id="rId23" Type="http://schemas.openxmlformats.org/officeDocument/2006/relationships/customXml" Target="../customXml/item23.xml"/><Relationship Id="rId28" Type="http://schemas.openxmlformats.org/officeDocument/2006/relationships/customXml" Target="../customXml/item28.xml"/><Relationship Id="rId36" Type="http://schemas.openxmlformats.org/officeDocument/2006/relationships/slide" Target="slides/slide1.xml"/><Relationship Id="rId10" Type="http://schemas.openxmlformats.org/officeDocument/2006/relationships/customXml" Target="../customXml/item10.xml"/><Relationship Id="rId19" Type="http://schemas.openxmlformats.org/officeDocument/2006/relationships/customXml" Target="../customXml/item19.xml"/><Relationship Id="rId31" Type="http://schemas.openxmlformats.org/officeDocument/2006/relationships/customXml" Target="../customXml/item31.xml"/><Relationship Id="rId44" Type="http://schemas.openxmlformats.org/officeDocument/2006/relationships/handoutMaster" Target="handoutMasters/handoutMaster1.xml"/><Relationship Id="rId4" Type="http://schemas.openxmlformats.org/officeDocument/2006/relationships/customXml" Target="../customXml/item4.xml"/><Relationship Id="rId9" Type="http://schemas.openxmlformats.org/officeDocument/2006/relationships/customXml" Target="../customXml/item9.xml"/><Relationship Id="rId14" Type="http://schemas.openxmlformats.org/officeDocument/2006/relationships/customXml" Target="../customXml/item14.xml"/><Relationship Id="rId22" Type="http://schemas.openxmlformats.org/officeDocument/2006/relationships/customXml" Target="../customXml/item22.xml"/><Relationship Id="rId27" Type="http://schemas.openxmlformats.org/officeDocument/2006/relationships/customXml" Target="../customXml/item27.xml"/><Relationship Id="rId30" Type="http://schemas.openxmlformats.org/officeDocument/2006/relationships/customXml" Target="../customXml/item30.xml"/><Relationship Id="rId35" Type="http://schemas.openxmlformats.org/officeDocument/2006/relationships/slideMaster" Target="slideMasters/slideMaster1.xml"/><Relationship Id="rId43" Type="http://schemas.openxmlformats.org/officeDocument/2006/relationships/notesMaster" Target="notesMasters/notesMaster1.xml"/><Relationship Id="rId48" Type="http://schemas.openxmlformats.org/officeDocument/2006/relationships/tableStyles" Target="tableStyles.xml"/><Relationship Id="rId8" Type="http://schemas.openxmlformats.org/officeDocument/2006/relationships/customXml" Target="../customXml/item8.xml"/><Relationship Id="rId3" Type="http://schemas.openxmlformats.org/officeDocument/2006/relationships/customXml" Target="../customXml/item3.xml"/><Relationship Id="rId12" Type="http://schemas.openxmlformats.org/officeDocument/2006/relationships/customXml" Target="../customXml/item12.xml"/><Relationship Id="rId17" Type="http://schemas.openxmlformats.org/officeDocument/2006/relationships/customXml" Target="../customXml/item17.xml"/><Relationship Id="rId25" Type="http://schemas.openxmlformats.org/officeDocument/2006/relationships/customXml" Target="../customXml/item25.xml"/><Relationship Id="rId33" Type="http://schemas.openxmlformats.org/officeDocument/2006/relationships/customXml" Target="../customXml/item33.xml"/><Relationship Id="rId38" Type="http://schemas.openxmlformats.org/officeDocument/2006/relationships/slide" Target="slides/slide3.xml"/><Relationship Id="rId46" Type="http://schemas.openxmlformats.org/officeDocument/2006/relationships/viewProps" Target="viewProps.xml"/><Relationship Id="rId20" Type="http://schemas.openxmlformats.org/officeDocument/2006/relationships/customXml" Target="../customXml/item20.xml"/><Relationship Id="rId41" Type="http://schemas.openxmlformats.org/officeDocument/2006/relationships/slide" Target="slides/slide6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1" y="1"/>
            <a:ext cx="2949199" cy="496492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quarter" idx="1"/>
          </p:nvPr>
        </p:nvSpPr>
        <p:spPr>
          <a:xfrm>
            <a:off x="3856399" y="1"/>
            <a:ext cx="2949199" cy="496492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AC22BB7-B2F7-4725-89E9-056E9BC616A3}" type="datetimeFigureOut">
              <a:rPr lang="ko-KR" altLang="en-US" smtClean="0"/>
              <a:t>2026-04-06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2"/>
          </p:nvPr>
        </p:nvSpPr>
        <p:spPr>
          <a:xfrm>
            <a:off x="1" y="9441262"/>
            <a:ext cx="2949199" cy="496492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3"/>
          </p:nvPr>
        </p:nvSpPr>
        <p:spPr>
          <a:xfrm>
            <a:off x="3856399" y="9441262"/>
            <a:ext cx="2949199" cy="496492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068051-FD32-4531-8CCA-463855284D3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96724053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9786" cy="496967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55839" y="0"/>
            <a:ext cx="2949786" cy="496967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B7A5C23-C6D6-4CE1-8AE6-867FAAD009AC}" type="datetimeFigureOut">
              <a:rPr lang="ko-KR" altLang="en-US" smtClean="0"/>
              <a:pPr/>
              <a:t>2026-04-06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712788" y="746125"/>
            <a:ext cx="5381625" cy="372745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0721" y="4721186"/>
            <a:ext cx="5445760" cy="4472702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9440647"/>
            <a:ext cx="2949786" cy="49696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55839" y="9440647"/>
            <a:ext cx="2949786" cy="49696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A2F7CC3-2585-4F2E-8C3A-DC4CEE1B19C2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9063007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A2F7CC3-2585-4F2E-8C3A-DC4CEE1B19C2}" type="slidenum">
              <a:rPr lang="ko-KR" altLang="en-US" smtClean="0"/>
              <a:pPr/>
              <a:t>0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5492349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A2F7CC3-2585-4F2E-8C3A-DC4CEE1B19C2}" type="slidenum">
              <a:rPr lang="ko-KR" altLang="en-US" smtClean="0"/>
              <a:pPr/>
              <a:t>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9557257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microsoft.com/office/2007/relationships/hdphoto" Target="../media/hdphoto2.wdp"/><Relationship Id="rId5" Type="http://schemas.openxmlformats.org/officeDocument/2006/relationships/image" Target="../media/image3.png"/><Relationship Id="rId4" Type="http://schemas.microsoft.com/office/2007/relationships/hdphoto" Target="../media/hdphoto1.wdp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1. 기본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9" name="표 8"/>
          <p:cNvGraphicFramePr>
            <a:graphicFrameLocks noGrp="1"/>
          </p:cNvGraphicFramePr>
          <p:nvPr userDrawn="1">
            <p:extLst>
              <p:ext uri="{D42A27DB-BD31-4B8C-83A1-F6EECF244321}">
                <p14:modId xmlns:p14="http://schemas.microsoft.com/office/powerpoint/2010/main" val="2763993256"/>
              </p:ext>
            </p:extLst>
          </p:nvPr>
        </p:nvGraphicFramePr>
        <p:xfrm>
          <a:off x="7338265" y="90427"/>
          <a:ext cx="2477133" cy="644839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0306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7406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28972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화면명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b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57324131"/>
                  </a:ext>
                </a:extLst>
              </a:tr>
              <a:tr h="228972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화면</a:t>
                      </a:r>
                      <a:r>
                        <a:rPr lang="en-US" altLang="ko-KR" sz="80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ID</a:t>
                      </a:r>
                      <a:endParaRPr lang="ko-KR" altLang="en-US" sz="800" b="1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b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28972">
                <a:tc row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프로그램</a:t>
                      </a:r>
                      <a:r>
                        <a:rPr lang="en-US" altLang="ko-KR" sz="80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ID</a:t>
                      </a:r>
                      <a:endParaRPr lang="ko-KR" altLang="en-US" sz="800" b="1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b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40678682"/>
                  </a:ext>
                </a:extLst>
              </a:tr>
              <a:tr h="228972">
                <a:tc vMerge="1">
                  <a:txBody>
                    <a:bodyPr/>
                    <a:lstStyle/>
                    <a:p>
                      <a:pPr algn="ctr" latinLnBrk="1"/>
                      <a:endParaRPr lang="ko-KR" altLang="en-US" sz="800" b="1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b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73998054"/>
                  </a:ext>
                </a:extLst>
              </a:tr>
              <a:tr h="5532508">
                <a:tc gridSpan="2">
                  <a:txBody>
                    <a:bodyPr/>
                    <a:lstStyle/>
                    <a:p>
                      <a:pPr algn="ctr" latinLnBrk="1"/>
                      <a:endParaRPr lang="ko-KR" altLang="en-US" sz="800" b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800" b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11" name="슬라이드 번호 개체 틀 5"/>
          <p:cNvSpPr txBox="1">
            <a:spLocks/>
          </p:cNvSpPr>
          <p:nvPr userDrawn="1"/>
        </p:nvSpPr>
        <p:spPr>
          <a:xfrm>
            <a:off x="3800872" y="6597352"/>
            <a:ext cx="2311400" cy="24608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ko-KR"/>
            </a:defPPr>
            <a:lvl1pPr marL="0" algn="ctr" defTabSz="914400" rtl="0" eaLnBrk="1" latinLnBrk="1" hangingPunct="1"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0500D182-0E45-4451-AC01-D47C2071488A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  <p:sp>
        <p:nvSpPr>
          <p:cNvPr id="15" name="직사각형 14"/>
          <p:cNvSpPr/>
          <p:nvPr userDrawn="1"/>
        </p:nvSpPr>
        <p:spPr bwMode="auto">
          <a:xfrm>
            <a:off x="164468" y="321838"/>
            <a:ext cx="7020780" cy="6231361"/>
          </a:xfrm>
          <a:prstGeom prst="rect">
            <a:avLst/>
          </a:prstGeom>
          <a:noFill/>
          <a:ln w="9525" cap="flat" cmpd="sng" algn="ctr">
            <a:solidFill>
              <a:schemeClr val="bg1">
                <a:lumMod val="8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ko-KR" altLang="en-US" sz="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돋움" pitchFamily="50" charset="-127"/>
              <a:ea typeface="돋움" pitchFamily="50" charset="-127"/>
            </a:endParaRPr>
          </a:p>
        </p:txBody>
      </p:sp>
      <p:graphicFrame>
        <p:nvGraphicFramePr>
          <p:cNvPr id="18" name="표 17"/>
          <p:cNvGraphicFramePr>
            <a:graphicFrameLocks noGrp="1"/>
          </p:cNvGraphicFramePr>
          <p:nvPr userDrawn="1">
            <p:extLst>
              <p:ext uri="{D42A27DB-BD31-4B8C-83A1-F6EECF244321}">
                <p14:modId xmlns:p14="http://schemas.microsoft.com/office/powerpoint/2010/main" val="3055681218"/>
              </p:ext>
            </p:extLst>
          </p:nvPr>
        </p:nvGraphicFramePr>
        <p:xfrm>
          <a:off x="158426" y="89254"/>
          <a:ext cx="7026822" cy="23258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9011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401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40060">
                  <a:extLst>
                    <a:ext uri="{9D8B030D-6E8A-4147-A177-3AD203B41FA5}">
                      <a16:colId xmlns:a16="http://schemas.microsoft.com/office/drawing/2014/main" val="3254679102"/>
                    </a:ext>
                  </a:extLst>
                </a:gridCol>
                <a:gridCol w="4356484">
                  <a:extLst>
                    <a:ext uri="{9D8B030D-6E8A-4147-A177-3AD203B41FA5}">
                      <a16:colId xmlns:a16="http://schemas.microsoft.com/office/drawing/2014/main" val="884584507"/>
                    </a:ext>
                  </a:extLst>
                </a:gridCol>
              </a:tblGrid>
              <a:tr h="232585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메뉴명</a:t>
                      </a:r>
                      <a:endParaRPr lang="ko-KR" altLang="en-US" sz="8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anchor="ctr">
                    <a:lnL w="952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779252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</a:t>
                      </a:r>
                    </a:p>
                  </a:txBody>
                  <a:tcPr marL="36000" marR="36000" anchor="ctr">
                    <a:lnL w="952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779252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위치</a:t>
                      </a:r>
                    </a:p>
                  </a:txBody>
                  <a:tcPr marL="36000" marR="36000" anchor="ctr">
                    <a:lnL w="952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779252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</a:t>
                      </a:r>
                      <a:endParaRPr lang="ko-KR" altLang="en-US" sz="8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anchor="ctr">
                    <a:lnL w="952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cxnSp>
        <p:nvCxnSpPr>
          <p:cNvPr id="12" name="직선 연결선 11"/>
          <p:cNvCxnSpPr/>
          <p:nvPr userDrawn="1"/>
        </p:nvCxnSpPr>
        <p:spPr>
          <a:xfrm>
            <a:off x="164468" y="6545287"/>
            <a:ext cx="9649072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" name="그림 1">
            <a:extLst>
              <a:ext uri="{FF2B5EF4-FFF2-40B4-BE49-F238E27FC236}">
                <a16:creationId xmlns:a16="http://schemas.microsoft.com/office/drawing/2014/main" id="{54CE500C-3A91-A18E-1A53-187AC19492F4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53040" y="6597592"/>
            <a:ext cx="1231450" cy="215504"/>
          </a:xfrm>
          <a:prstGeom prst="rect">
            <a:avLst/>
          </a:prstGeom>
        </p:spPr>
      </p:pic>
      <p:sp>
        <p:nvSpPr>
          <p:cNvPr id="3" name="직사각형 2">
            <a:extLst>
              <a:ext uri="{FF2B5EF4-FFF2-40B4-BE49-F238E27FC236}">
                <a16:creationId xmlns:a16="http://schemas.microsoft.com/office/drawing/2014/main" id="{B7F2536E-C569-7649-6147-BB0636B2BEAA}"/>
              </a:ext>
            </a:extLst>
          </p:cNvPr>
          <p:cNvSpPr/>
          <p:nvPr userDrawn="1"/>
        </p:nvSpPr>
        <p:spPr>
          <a:xfrm>
            <a:off x="272948" y="1265559"/>
            <a:ext cx="6783353" cy="338036"/>
          </a:xfrm>
          <a:prstGeom prst="rect">
            <a:avLst/>
          </a:prstGeom>
          <a:solidFill>
            <a:schemeClr val="tx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30B88B6D-5823-444D-4452-45CBE2C7031E}"/>
              </a:ext>
            </a:extLst>
          </p:cNvPr>
          <p:cNvSpPr/>
          <p:nvPr userDrawn="1"/>
        </p:nvSpPr>
        <p:spPr>
          <a:xfrm>
            <a:off x="272948" y="1265559"/>
            <a:ext cx="6783353" cy="4053462"/>
          </a:xfrm>
          <a:prstGeom prst="rect">
            <a:avLst/>
          </a:prstGeom>
          <a:noFill/>
          <a:ln w="317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5" name="그룹 4">
            <a:extLst>
              <a:ext uri="{FF2B5EF4-FFF2-40B4-BE49-F238E27FC236}">
                <a16:creationId xmlns:a16="http://schemas.microsoft.com/office/drawing/2014/main" id="{A593952D-B8DE-C7DE-5A25-A960B03625E1}"/>
              </a:ext>
            </a:extLst>
          </p:cNvPr>
          <p:cNvGrpSpPr/>
          <p:nvPr userDrawn="1"/>
        </p:nvGrpSpPr>
        <p:grpSpPr>
          <a:xfrm>
            <a:off x="6134207" y="1351776"/>
            <a:ext cx="858407" cy="165779"/>
            <a:chOff x="6134207" y="1351776"/>
            <a:chExt cx="858407" cy="165779"/>
          </a:xfrm>
        </p:grpSpPr>
        <p:sp>
          <p:nvSpPr>
            <p:cNvPr id="6" name="사각형: 둥근 모서리 5">
              <a:extLst>
                <a:ext uri="{FF2B5EF4-FFF2-40B4-BE49-F238E27FC236}">
                  <a16:creationId xmlns:a16="http://schemas.microsoft.com/office/drawing/2014/main" id="{934DFF9B-4BF9-1D45-5631-7806DC2F877B}"/>
                </a:ext>
              </a:extLst>
            </p:cNvPr>
            <p:cNvSpPr/>
            <p:nvPr/>
          </p:nvSpPr>
          <p:spPr>
            <a:xfrm>
              <a:off x="6134207" y="1371576"/>
              <a:ext cx="301329" cy="126000"/>
            </a:xfrm>
            <a:prstGeom prst="roundRect">
              <a:avLst/>
            </a:prstGeom>
            <a:solidFill>
              <a:srgbClr val="ECF2FA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ko-KR" altLang="en-US" sz="400" b="1" dirty="0">
                  <a:solidFill>
                    <a:schemeClr val="tx2">
                      <a:lumMod val="50000"/>
                    </a:schemeClr>
                  </a:solidFill>
                </a:rPr>
                <a:t>관리자</a:t>
              </a:r>
            </a:p>
          </p:txBody>
        </p:sp>
        <p:pic>
          <p:nvPicPr>
            <p:cNvPr id="7" name="그림 6" descr="블랙, 어둠이(가) 표시된 사진&#10;&#10;AI 생성 콘텐츠는 정확하지 않을 수 있습니다.">
              <a:extLst>
                <a:ext uri="{FF2B5EF4-FFF2-40B4-BE49-F238E27FC236}">
                  <a16:creationId xmlns:a16="http://schemas.microsoft.com/office/drawing/2014/main" id="{C620B5F4-A166-E707-36FF-62A29FA76001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4">
                      <a14:imgEffect>
                        <a14:artisticPhotocopy/>
                      </a14:imgEffect>
                    </a14:imgLayer>
                  </a14:imgProps>
                </a:ext>
              </a:extLst>
            </a:blip>
            <a:stretch>
              <a:fillRect/>
            </a:stretch>
          </p:blipFill>
          <p:spPr>
            <a:xfrm>
              <a:off x="6841414" y="1351776"/>
              <a:ext cx="151200" cy="165601"/>
            </a:xfrm>
            <a:prstGeom prst="rect">
              <a:avLst/>
            </a:prstGeom>
          </p:spPr>
        </p:pic>
        <p:sp>
          <p:nvSpPr>
            <p:cNvPr id="8" name="사각형: 둥근 모서리 7">
              <a:extLst>
                <a:ext uri="{FF2B5EF4-FFF2-40B4-BE49-F238E27FC236}">
                  <a16:creationId xmlns:a16="http://schemas.microsoft.com/office/drawing/2014/main" id="{60130739-9553-FABC-D0D8-B0E441D32552}"/>
                </a:ext>
              </a:extLst>
            </p:cNvPr>
            <p:cNvSpPr/>
            <p:nvPr/>
          </p:nvSpPr>
          <p:spPr>
            <a:xfrm>
              <a:off x="6443573" y="1351954"/>
              <a:ext cx="407081" cy="165601"/>
            </a:xfrm>
            <a:prstGeom prst="round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ko-KR" altLang="en-US" sz="600" b="1" dirty="0">
                  <a:solidFill>
                    <a:schemeClr val="bg1"/>
                  </a:solidFill>
                </a:rPr>
                <a:t>홍길동님</a:t>
              </a:r>
            </a:p>
          </p:txBody>
        </p:sp>
      </p:grpSp>
      <p:sp>
        <p:nvSpPr>
          <p:cNvPr id="10" name="사각형: 둥근 모서리 9">
            <a:extLst>
              <a:ext uri="{FF2B5EF4-FFF2-40B4-BE49-F238E27FC236}">
                <a16:creationId xmlns:a16="http://schemas.microsoft.com/office/drawing/2014/main" id="{9F91AF2D-6079-AF86-D27C-42654D725499}"/>
              </a:ext>
            </a:extLst>
          </p:cNvPr>
          <p:cNvSpPr/>
          <p:nvPr userDrawn="1"/>
        </p:nvSpPr>
        <p:spPr>
          <a:xfrm>
            <a:off x="832709" y="1358976"/>
            <a:ext cx="5136319" cy="151199"/>
          </a:xfrm>
          <a:prstGeom prst="round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ko-KR" altLang="en-US" sz="600" b="1" dirty="0">
                <a:solidFill>
                  <a:schemeClr val="bg1"/>
                </a:solidFill>
              </a:rPr>
              <a:t>대시보드      </a:t>
            </a:r>
            <a:r>
              <a:rPr lang="en-US" altLang="ko-KR" sz="600" b="1" dirty="0">
                <a:solidFill>
                  <a:schemeClr val="bg1"/>
                </a:solidFill>
              </a:rPr>
              <a:t>|      </a:t>
            </a:r>
            <a:r>
              <a:rPr lang="ko-KR" altLang="en-US" sz="600" b="1" dirty="0">
                <a:solidFill>
                  <a:schemeClr val="bg1"/>
                </a:solidFill>
              </a:rPr>
              <a:t>펌프제어      </a:t>
            </a:r>
            <a:r>
              <a:rPr lang="en-US" altLang="ko-KR" sz="600" b="1" dirty="0">
                <a:solidFill>
                  <a:schemeClr val="bg1"/>
                </a:solidFill>
              </a:rPr>
              <a:t>|      </a:t>
            </a:r>
            <a:r>
              <a:rPr lang="ko-KR" altLang="en-US" sz="600" b="1" dirty="0">
                <a:solidFill>
                  <a:schemeClr val="bg1"/>
                </a:solidFill>
              </a:rPr>
              <a:t>지하수 데이터      </a:t>
            </a:r>
            <a:r>
              <a:rPr lang="en-US" altLang="ko-KR" sz="600" b="1" dirty="0">
                <a:solidFill>
                  <a:schemeClr val="bg1"/>
                </a:solidFill>
              </a:rPr>
              <a:t>|      AI</a:t>
            </a:r>
            <a:r>
              <a:rPr lang="ko-KR" altLang="en-US" sz="600" b="1" dirty="0">
                <a:solidFill>
                  <a:schemeClr val="bg1"/>
                </a:solidFill>
              </a:rPr>
              <a:t> 예측 및 분석      </a:t>
            </a:r>
            <a:r>
              <a:rPr lang="en-US" altLang="ko-KR" sz="600" b="1" dirty="0">
                <a:solidFill>
                  <a:schemeClr val="bg1"/>
                </a:solidFill>
              </a:rPr>
              <a:t>|      </a:t>
            </a:r>
            <a:r>
              <a:rPr lang="ko-KR" altLang="en-US" sz="600" b="1" dirty="0">
                <a:solidFill>
                  <a:schemeClr val="bg1"/>
                </a:solidFill>
              </a:rPr>
              <a:t>시설물 관리      </a:t>
            </a:r>
            <a:r>
              <a:rPr lang="en-US" altLang="ko-KR" sz="600" b="1" dirty="0">
                <a:solidFill>
                  <a:schemeClr val="bg1"/>
                </a:solidFill>
              </a:rPr>
              <a:t>|      </a:t>
            </a:r>
            <a:r>
              <a:rPr lang="ko-KR" altLang="en-US" sz="600" b="1" dirty="0">
                <a:solidFill>
                  <a:schemeClr val="bg1"/>
                </a:solidFill>
              </a:rPr>
              <a:t>로그 관리      </a:t>
            </a:r>
            <a:r>
              <a:rPr lang="en-US" altLang="ko-KR" sz="600" b="1" dirty="0">
                <a:solidFill>
                  <a:schemeClr val="bg1"/>
                </a:solidFill>
              </a:rPr>
              <a:t>|      </a:t>
            </a:r>
            <a:r>
              <a:rPr lang="ko-KR" altLang="en-US" sz="600" b="1" dirty="0">
                <a:solidFill>
                  <a:schemeClr val="bg1"/>
                </a:solidFill>
              </a:rPr>
              <a:t>공간정보</a:t>
            </a:r>
          </a:p>
        </p:txBody>
      </p:sp>
      <p:sp>
        <p:nvSpPr>
          <p:cNvPr id="13" name="사각형: 둥근 모서리 12">
            <a:extLst>
              <a:ext uri="{FF2B5EF4-FFF2-40B4-BE49-F238E27FC236}">
                <a16:creationId xmlns:a16="http://schemas.microsoft.com/office/drawing/2014/main" id="{9A220FA4-D9B0-4A7B-EC41-93F63E6DEF37}"/>
              </a:ext>
            </a:extLst>
          </p:cNvPr>
          <p:cNvSpPr/>
          <p:nvPr userDrawn="1"/>
        </p:nvSpPr>
        <p:spPr>
          <a:xfrm>
            <a:off x="449947" y="1340074"/>
            <a:ext cx="407081" cy="203405"/>
          </a:xfrm>
          <a:prstGeom prst="round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ko-KR" altLang="en-US" sz="700" b="1" dirty="0">
                <a:gradFill flip="none" rotWithShape="1">
                  <a:gsLst>
                    <a:gs pos="48000">
                      <a:srgbClr val="DAE5F6">
                        <a:lumMod val="70000"/>
                        <a:lumOff val="30000"/>
                      </a:srgbClr>
                    </a:gs>
                    <a:gs pos="0">
                      <a:schemeClr val="accent1">
                        <a:lumMod val="0"/>
                        <a:lumOff val="100000"/>
                      </a:schemeClr>
                    </a:gs>
                    <a:gs pos="100000">
                      <a:schemeClr val="accent1">
                        <a:lumMod val="54000"/>
                        <a:lumOff val="46000"/>
                      </a:schemeClr>
                    </a:gs>
                  </a:gsLst>
                  <a:lin ang="0" scaled="1"/>
                  <a:tileRect/>
                </a:gradFill>
              </a:rPr>
              <a:t>지하수</a:t>
            </a:r>
            <a:br>
              <a:rPr lang="en-US" altLang="ko-KR" sz="700" b="1" dirty="0">
                <a:gradFill flip="none" rotWithShape="1">
                  <a:gsLst>
                    <a:gs pos="48000">
                      <a:srgbClr val="DAE5F6">
                        <a:lumMod val="70000"/>
                        <a:lumOff val="30000"/>
                      </a:srgbClr>
                    </a:gs>
                    <a:gs pos="0">
                      <a:schemeClr val="accent1">
                        <a:lumMod val="0"/>
                        <a:lumOff val="100000"/>
                      </a:schemeClr>
                    </a:gs>
                    <a:gs pos="100000">
                      <a:schemeClr val="accent1">
                        <a:lumMod val="54000"/>
                        <a:lumOff val="46000"/>
                      </a:schemeClr>
                    </a:gs>
                  </a:gsLst>
                  <a:lin ang="0" scaled="1"/>
                  <a:tileRect/>
                </a:gradFill>
              </a:rPr>
            </a:br>
            <a:r>
              <a:rPr lang="ko-KR" altLang="en-US" sz="700" b="1" dirty="0" err="1">
                <a:gradFill flip="none" rotWithShape="1">
                  <a:gsLst>
                    <a:gs pos="48000">
                      <a:srgbClr val="DAE5F6">
                        <a:lumMod val="70000"/>
                        <a:lumOff val="30000"/>
                      </a:srgbClr>
                    </a:gs>
                    <a:gs pos="0">
                      <a:schemeClr val="accent1">
                        <a:lumMod val="0"/>
                        <a:lumOff val="100000"/>
                      </a:schemeClr>
                    </a:gs>
                    <a:gs pos="100000">
                      <a:schemeClr val="accent1">
                        <a:lumMod val="54000"/>
                        <a:lumOff val="46000"/>
                      </a:schemeClr>
                    </a:gs>
                  </a:gsLst>
                  <a:lin ang="0" scaled="1"/>
                  <a:tileRect/>
                </a:gradFill>
              </a:rPr>
              <a:t>저류댐</a:t>
            </a:r>
            <a:endParaRPr lang="ko-KR" altLang="en-US" sz="700" b="1" dirty="0">
              <a:gradFill flip="none" rotWithShape="1">
                <a:gsLst>
                  <a:gs pos="48000">
                    <a:srgbClr val="DAE5F6">
                      <a:lumMod val="70000"/>
                      <a:lumOff val="30000"/>
                    </a:srgbClr>
                  </a:gs>
                  <a:gs pos="0">
                    <a:schemeClr val="accent1">
                      <a:lumMod val="0"/>
                      <a:lumOff val="100000"/>
                    </a:schemeClr>
                  </a:gs>
                  <a:gs pos="100000">
                    <a:schemeClr val="accent1">
                      <a:lumMod val="54000"/>
                      <a:lumOff val="46000"/>
                    </a:schemeClr>
                  </a:gs>
                </a:gsLst>
                <a:lin ang="0" scaled="1"/>
                <a:tileRect/>
              </a:gradFill>
            </a:endParaRPr>
          </a:p>
        </p:txBody>
      </p:sp>
      <p:pic>
        <p:nvPicPr>
          <p:cNvPr id="14" name="그림 13" descr="블랙, 어둠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8098B497-1758-EA3C-0113-61B89E5FF0F8}"/>
              </a:ext>
            </a:extLst>
          </p:cNvPr>
          <p:cNvPicPr>
            <a:picLocks noChangeAspect="1"/>
          </p:cNvPicPr>
          <p:nvPr userDrawn="1"/>
        </p:nvPicPr>
        <p:blipFill>
          <a:blip r:embed="rId5">
            <a:duotone>
              <a:prstClr val="black"/>
              <a:schemeClr val="tx2">
                <a:tint val="45000"/>
                <a:satMod val="400000"/>
              </a:schemeClr>
            </a:duotone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artisticPhotocopy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302035" y="1340074"/>
            <a:ext cx="203405" cy="2034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0095176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1_1. 기본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9" name="표 8"/>
          <p:cNvGraphicFramePr>
            <a:graphicFrameLocks noGrp="1"/>
          </p:cNvGraphicFramePr>
          <p:nvPr userDrawn="1">
            <p:extLst>
              <p:ext uri="{D42A27DB-BD31-4B8C-83A1-F6EECF244321}">
                <p14:modId xmlns:p14="http://schemas.microsoft.com/office/powerpoint/2010/main" val="2763993256"/>
              </p:ext>
            </p:extLst>
          </p:nvPr>
        </p:nvGraphicFramePr>
        <p:xfrm>
          <a:off x="7338265" y="90427"/>
          <a:ext cx="2477133" cy="644839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0306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7406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28972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화면명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b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57324131"/>
                  </a:ext>
                </a:extLst>
              </a:tr>
              <a:tr h="228972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화면</a:t>
                      </a:r>
                      <a:r>
                        <a:rPr lang="en-US" altLang="ko-KR" sz="80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ID</a:t>
                      </a:r>
                      <a:endParaRPr lang="ko-KR" altLang="en-US" sz="800" b="1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b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28972">
                <a:tc row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프로그램</a:t>
                      </a:r>
                      <a:r>
                        <a:rPr lang="en-US" altLang="ko-KR" sz="80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ID</a:t>
                      </a:r>
                      <a:endParaRPr lang="ko-KR" altLang="en-US" sz="800" b="1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b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40678682"/>
                  </a:ext>
                </a:extLst>
              </a:tr>
              <a:tr h="228972">
                <a:tc vMerge="1">
                  <a:txBody>
                    <a:bodyPr/>
                    <a:lstStyle/>
                    <a:p>
                      <a:pPr algn="ctr" latinLnBrk="1"/>
                      <a:endParaRPr lang="ko-KR" altLang="en-US" sz="800" b="1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b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73998054"/>
                  </a:ext>
                </a:extLst>
              </a:tr>
              <a:tr h="5532508">
                <a:tc gridSpan="2">
                  <a:txBody>
                    <a:bodyPr/>
                    <a:lstStyle/>
                    <a:p>
                      <a:pPr algn="ctr" latinLnBrk="1"/>
                      <a:endParaRPr lang="ko-KR" altLang="en-US" sz="800" b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800" b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11" name="슬라이드 번호 개체 틀 5"/>
          <p:cNvSpPr txBox="1">
            <a:spLocks/>
          </p:cNvSpPr>
          <p:nvPr userDrawn="1"/>
        </p:nvSpPr>
        <p:spPr>
          <a:xfrm>
            <a:off x="3800872" y="6597352"/>
            <a:ext cx="2311400" cy="24608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ko-KR"/>
            </a:defPPr>
            <a:lvl1pPr marL="0" algn="ctr" defTabSz="914400" rtl="0" eaLnBrk="1" latinLnBrk="1" hangingPunct="1"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0500D182-0E45-4451-AC01-D47C2071488A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  <p:sp>
        <p:nvSpPr>
          <p:cNvPr id="15" name="직사각형 14"/>
          <p:cNvSpPr/>
          <p:nvPr userDrawn="1"/>
        </p:nvSpPr>
        <p:spPr bwMode="auto">
          <a:xfrm>
            <a:off x="164468" y="321838"/>
            <a:ext cx="7020780" cy="6231361"/>
          </a:xfrm>
          <a:prstGeom prst="rect">
            <a:avLst/>
          </a:prstGeom>
          <a:noFill/>
          <a:ln w="9525" cap="flat" cmpd="sng" algn="ctr">
            <a:solidFill>
              <a:schemeClr val="bg1">
                <a:lumMod val="8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ko-KR" altLang="en-US" sz="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돋움" pitchFamily="50" charset="-127"/>
              <a:ea typeface="돋움" pitchFamily="50" charset="-127"/>
            </a:endParaRPr>
          </a:p>
        </p:txBody>
      </p:sp>
      <p:graphicFrame>
        <p:nvGraphicFramePr>
          <p:cNvPr id="18" name="표 17"/>
          <p:cNvGraphicFramePr>
            <a:graphicFrameLocks noGrp="1"/>
          </p:cNvGraphicFramePr>
          <p:nvPr userDrawn="1">
            <p:extLst>
              <p:ext uri="{D42A27DB-BD31-4B8C-83A1-F6EECF244321}">
                <p14:modId xmlns:p14="http://schemas.microsoft.com/office/powerpoint/2010/main" val="3055681218"/>
              </p:ext>
            </p:extLst>
          </p:nvPr>
        </p:nvGraphicFramePr>
        <p:xfrm>
          <a:off x="158426" y="89254"/>
          <a:ext cx="7026822" cy="23258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9011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401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40060">
                  <a:extLst>
                    <a:ext uri="{9D8B030D-6E8A-4147-A177-3AD203B41FA5}">
                      <a16:colId xmlns:a16="http://schemas.microsoft.com/office/drawing/2014/main" val="3254679102"/>
                    </a:ext>
                  </a:extLst>
                </a:gridCol>
                <a:gridCol w="4356484">
                  <a:extLst>
                    <a:ext uri="{9D8B030D-6E8A-4147-A177-3AD203B41FA5}">
                      <a16:colId xmlns:a16="http://schemas.microsoft.com/office/drawing/2014/main" val="884584507"/>
                    </a:ext>
                  </a:extLst>
                </a:gridCol>
              </a:tblGrid>
              <a:tr h="232585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메뉴명</a:t>
                      </a:r>
                      <a:endParaRPr lang="ko-KR" altLang="en-US" sz="8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anchor="ctr">
                    <a:lnL w="952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779252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</a:t>
                      </a:r>
                    </a:p>
                  </a:txBody>
                  <a:tcPr marL="36000" marR="36000" anchor="ctr">
                    <a:lnL w="952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779252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위치</a:t>
                      </a:r>
                    </a:p>
                  </a:txBody>
                  <a:tcPr marL="36000" marR="36000" anchor="ctr">
                    <a:lnL w="952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779252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</a:t>
                      </a:r>
                      <a:endParaRPr lang="ko-KR" altLang="en-US" sz="8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anchor="ctr">
                    <a:lnL w="952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cxnSp>
        <p:nvCxnSpPr>
          <p:cNvPr id="12" name="직선 연결선 11"/>
          <p:cNvCxnSpPr/>
          <p:nvPr userDrawn="1"/>
        </p:nvCxnSpPr>
        <p:spPr>
          <a:xfrm>
            <a:off x="164468" y="6545287"/>
            <a:ext cx="9649072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" name="그림 1">
            <a:extLst>
              <a:ext uri="{FF2B5EF4-FFF2-40B4-BE49-F238E27FC236}">
                <a16:creationId xmlns:a16="http://schemas.microsoft.com/office/drawing/2014/main" id="{54CE500C-3A91-A18E-1A53-187AC19492F4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53040" y="6597592"/>
            <a:ext cx="1231450" cy="2155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764899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2. 모바일화면_0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9" name="표 8"/>
          <p:cNvGraphicFramePr>
            <a:graphicFrameLocks noGrp="1"/>
          </p:cNvGraphicFramePr>
          <p:nvPr userDrawn="1"/>
        </p:nvGraphicFramePr>
        <p:xfrm>
          <a:off x="7338265" y="90427"/>
          <a:ext cx="2477133" cy="644839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0306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7406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28972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화면명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b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57324131"/>
                  </a:ext>
                </a:extLst>
              </a:tr>
              <a:tr h="228972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화면</a:t>
                      </a:r>
                      <a:r>
                        <a:rPr lang="en-US" altLang="ko-KR" sz="80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ID</a:t>
                      </a:r>
                      <a:endParaRPr lang="ko-KR" altLang="en-US" sz="800" b="1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b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28972">
                <a:tc row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프로그램</a:t>
                      </a:r>
                      <a:r>
                        <a:rPr lang="en-US" altLang="ko-KR" sz="80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ID</a:t>
                      </a:r>
                      <a:endParaRPr lang="ko-KR" altLang="en-US" sz="800" b="1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b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40678682"/>
                  </a:ext>
                </a:extLst>
              </a:tr>
              <a:tr h="228972">
                <a:tc vMerge="1">
                  <a:txBody>
                    <a:bodyPr/>
                    <a:lstStyle/>
                    <a:p>
                      <a:pPr algn="ctr" latinLnBrk="1"/>
                      <a:endParaRPr lang="ko-KR" altLang="en-US" sz="800" b="1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b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73998054"/>
                  </a:ext>
                </a:extLst>
              </a:tr>
              <a:tr h="5532508">
                <a:tc gridSpan="2">
                  <a:txBody>
                    <a:bodyPr/>
                    <a:lstStyle/>
                    <a:p>
                      <a:pPr algn="ctr" latinLnBrk="1"/>
                      <a:endParaRPr lang="ko-KR" altLang="en-US" sz="800" b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800" b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11" name="슬라이드 번호 개체 틀 5"/>
          <p:cNvSpPr txBox="1">
            <a:spLocks/>
          </p:cNvSpPr>
          <p:nvPr userDrawn="1"/>
        </p:nvSpPr>
        <p:spPr>
          <a:xfrm>
            <a:off x="3800872" y="6597352"/>
            <a:ext cx="2311400" cy="24608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ko-KR"/>
            </a:defPPr>
            <a:lvl1pPr marL="0" algn="ctr" defTabSz="914400" rtl="0" eaLnBrk="1" latinLnBrk="1" hangingPunct="1"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0500D182-0E45-4451-AC01-D47C2071488A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  <p:sp>
        <p:nvSpPr>
          <p:cNvPr id="15" name="직사각형 14"/>
          <p:cNvSpPr/>
          <p:nvPr userDrawn="1"/>
        </p:nvSpPr>
        <p:spPr bwMode="auto">
          <a:xfrm>
            <a:off x="164468" y="321838"/>
            <a:ext cx="7020780" cy="6231361"/>
          </a:xfrm>
          <a:prstGeom prst="rect">
            <a:avLst/>
          </a:prstGeom>
          <a:noFill/>
          <a:ln w="9525" cap="flat" cmpd="sng" algn="ctr">
            <a:solidFill>
              <a:schemeClr val="bg1">
                <a:lumMod val="8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ko-KR" altLang="en-US" sz="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돋움" pitchFamily="50" charset="-127"/>
              <a:ea typeface="돋움" pitchFamily="50" charset="-127"/>
            </a:endParaRPr>
          </a:p>
        </p:txBody>
      </p:sp>
      <p:graphicFrame>
        <p:nvGraphicFramePr>
          <p:cNvPr id="18" name="표 17"/>
          <p:cNvGraphicFramePr>
            <a:graphicFrameLocks noGrp="1"/>
          </p:cNvGraphicFramePr>
          <p:nvPr userDrawn="1"/>
        </p:nvGraphicFramePr>
        <p:xfrm>
          <a:off x="158426" y="89254"/>
          <a:ext cx="7026822" cy="23258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9011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401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40060">
                  <a:extLst>
                    <a:ext uri="{9D8B030D-6E8A-4147-A177-3AD203B41FA5}">
                      <a16:colId xmlns:a16="http://schemas.microsoft.com/office/drawing/2014/main" val="3254679102"/>
                    </a:ext>
                  </a:extLst>
                </a:gridCol>
                <a:gridCol w="4356484">
                  <a:extLst>
                    <a:ext uri="{9D8B030D-6E8A-4147-A177-3AD203B41FA5}">
                      <a16:colId xmlns:a16="http://schemas.microsoft.com/office/drawing/2014/main" val="884584507"/>
                    </a:ext>
                  </a:extLst>
                </a:gridCol>
              </a:tblGrid>
              <a:tr h="232585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메뉴명</a:t>
                      </a:r>
                      <a:endParaRPr lang="ko-KR" altLang="en-US" sz="8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anchor="ctr">
                    <a:lnL w="952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779252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</a:t>
                      </a:r>
                    </a:p>
                  </a:txBody>
                  <a:tcPr marL="36000" marR="36000" anchor="ctr">
                    <a:lnL w="952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779252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위치</a:t>
                      </a:r>
                    </a:p>
                  </a:txBody>
                  <a:tcPr marL="36000" marR="36000" anchor="ctr">
                    <a:lnL w="952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779252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</a:t>
                      </a:r>
                      <a:endParaRPr lang="ko-KR" altLang="en-US" sz="8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anchor="ctr">
                    <a:lnL w="952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cxnSp>
        <p:nvCxnSpPr>
          <p:cNvPr id="12" name="직선 연결선 11"/>
          <p:cNvCxnSpPr/>
          <p:nvPr userDrawn="1"/>
        </p:nvCxnSpPr>
        <p:spPr>
          <a:xfrm>
            <a:off x="164468" y="6545287"/>
            <a:ext cx="9649072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03C42F8C-A5E5-4B48-8938-7F7C1676419D}"/>
              </a:ext>
            </a:extLst>
          </p:cNvPr>
          <p:cNvSpPr/>
          <p:nvPr userDrawn="1"/>
        </p:nvSpPr>
        <p:spPr>
          <a:xfrm>
            <a:off x="315348" y="473558"/>
            <a:ext cx="3307533" cy="5614920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800" dirty="0">
              <a:solidFill>
                <a:schemeClr val="tx1"/>
              </a:solidFill>
            </a:endParaRPr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DBD4DB9A-91DB-4BCE-9676-6CC681EE403D}"/>
              </a:ext>
            </a:extLst>
          </p:cNvPr>
          <p:cNvSpPr/>
          <p:nvPr userDrawn="1"/>
        </p:nvSpPr>
        <p:spPr>
          <a:xfrm>
            <a:off x="3732503" y="473558"/>
            <a:ext cx="3307533" cy="5614920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800" dirty="0">
              <a:solidFill>
                <a:schemeClr val="tx1"/>
              </a:solidFill>
            </a:endParaRPr>
          </a:p>
        </p:txBody>
      </p:sp>
      <p:pic>
        <p:nvPicPr>
          <p:cNvPr id="2" name="그림 1">
            <a:extLst>
              <a:ext uri="{FF2B5EF4-FFF2-40B4-BE49-F238E27FC236}">
                <a16:creationId xmlns:a16="http://schemas.microsoft.com/office/drawing/2014/main" id="{06DB9015-76B8-1B1F-AD00-96EBE19E946D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53040" y="6597592"/>
            <a:ext cx="1231450" cy="2155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5627624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2.모바일화면_0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9" name="표 8"/>
          <p:cNvGraphicFramePr>
            <a:graphicFrameLocks noGrp="1"/>
          </p:cNvGraphicFramePr>
          <p:nvPr userDrawn="1"/>
        </p:nvGraphicFramePr>
        <p:xfrm>
          <a:off x="7338265" y="90427"/>
          <a:ext cx="2477133" cy="644839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0306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7406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28972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화면명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b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57324131"/>
                  </a:ext>
                </a:extLst>
              </a:tr>
              <a:tr h="228972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화면</a:t>
                      </a:r>
                      <a:r>
                        <a:rPr lang="en-US" altLang="ko-KR" sz="80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ID</a:t>
                      </a:r>
                      <a:endParaRPr lang="ko-KR" altLang="en-US" sz="800" b="1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b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28972">
                <a:tc row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프로그램</a:t>
                      </a:r>
                      <a:r>
                        <a:rPr lang="en-US" altLang="ko-KR" sz="80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ID</a:t>
                      </a:r>
                      <a:endParaRPr lang="ko-KR" altLang="en-US" sz="800" b="1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b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40678682"/>
                  </a:ext>
                </a:extLst>
              </a:tr>
              <a:tr h="228972">
                <a:tc vMerge="1">
                  <a:txBody>
                    <a:bodyPr/>
                    <a:lstStyle/>
                    <a:p>
                      <a:pPr algn="ctr" latinLnBrk="1"/>
                      <a:endParaRPr lang="ko-KR" altLang="en-US" sz="800" b="1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b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73998054"/>
                  </a:ext>
                </a:extLst>
              </a:tr>
              <a:tr h="5532508">
                <a:tc gridSpan="2">
                  <a:txBody>
                    <a:bodyPr/>
                    <a:lstStyle/>
                    <a:p>
                      <a:pPr algn="ctr" latinLnBrk="1"/>
                      <a:endParaRPr lang="ko-KR" altLang="en-US" sz="800" b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800" b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11" name="슬라이드 번호 개체 틀 5"/>
          <p:cNvSpPr txBox="1">
            <a:spLocks/>
          </p:cNvSpPr>
          <p:nvPr userDrawn="1"/>
        </p:nvSpPr>
        <p:spPr>
          <a:xfrm>
            <a:off x="3800872" y="6597352"/>
            <a:ext cx="2311400" cy="24608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ko-KR"/>
            </a:defPPr>
            <a:lvl1pPr marL="0" algn="ctr" defTabSz="914400" rtl="0" eaLnBrk="1" latinLnBrk="1" hangingPunct="1"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0500D182-0E45-4451-AC01-D47C2071488A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  <p:sp>
        <p:nvSpPr>
          <p:cNvPr id="15" name="직사각형 14"/>
          <p:cNvSpPr/>
          <p:nvPr userDrawn="1"/>
        </p:nvSpPr>
        <p:spPr bwMode="auto">
          <a:xfrm>
            <a:off x="164468" y="321838"/>
            <a:ext cx="7020780" cy="6231361"/>
          </a:xfrm>
          <a:prstGeom prst="rect">
            <a:avLst/>
          </a:prstGeom>
          <a:noFill/>
          <a:ln w="9525" cap="flat" cmpd="sng" algn="ctr">
            <a:solidFill>
              <a:schemeClr val="bg1">
                <a:lumMod val="8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ko-KR" altLang="en-US" sz="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돋움" pitchFamily="50" charset="-127"/>
              <a:ea typeface="돋움" pitchFamily="50" charset="-127"/>
            </a:endParaRPr>
          </a:p>
        </p:txBody>
      </p:sp>
      <p:graphicFrame>
        <p:nvGraphicFramePr>
          <p:cNvPr id="18" name="표 17"/>
          <p:cNvGraphicFramePr>
            <a:graphicFrameLocks noGrp="1"/>
          </p:cNvGraphicFramePr>
          <p:nvPr userDrawn="1"/>
        </p:nvGraphicFramePr>
        <p:xfrm>
          <a:off x="158426" y="89254"/>
          <a:ext cx="7026822" cy="23258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9011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401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40060">
                  <a:extLst>
                    <a:ext uri="{9D8B030D-6E8A-4147-A177-3AD203B41FA5}">
                      <a16:colId xmlns:a16="http://schemas.microsoft.com/office/drawing/2014/main" val="3254679102"/>
                    </a:ext>
                  </a:extLst>
                </a:gridCol>
                <a:gridCol w="4356484">
                  <a:extLst>
                    <a:ext uri="{9D8B030D-6E8A-4147-A177-3AD203B41FA5}">
                      <a16:colId xmlns:a16="http://schemas.microsoft.com/office/drawing/2014/main" val="884584507"/>
                    </a:ext>
                  </a:extLst>
                </a:gridCol>
              </a:tblGrid>
              <a:tr h="232585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메뉴명</a:t>
                      </a:r>
                      <a:endParaRPr lang="ko-KR" altLang="en-US" sz="8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anchor="ctr">
                    <a:lnL w="952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779252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</a:t>
                      </a:r>
                    </a:p>
                  </a:txBody>
                  <a:tcPr marL="36000" marR="36000" anchor="ctr">
                    <a:lnL w="952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779252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위치</a:t>
                      </a:r>
                    </a:p>
                  </a:txBody>
                  <a:tcPr marL="36000" marR="36000" anchor="ctr">
                    <a:lnL w="952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779252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</a:t>
                      </a:r>
                      <a:endParaRPr lang="ko-KR" altLang="en-US" sz="8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anchor="ctr">
                    <a:lnL w="952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cxnSp>
        <p:nvCxnSpPr>
          <p:cNvPr id="12" name="직선 연결선 11"/>
          <p:cNvCxnSpPr/>
          <p:nvPr userDrawn="1"/>
        </p:nvCxnSpPr>
        <p:spPr>
          <a:xfrm>
            <a:off x="164468" y="6545287"/>
            <a:ext cx="9649072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F969A24C-16C5-49D3-B77D-C37866811BE0}"/>
              </a:ext>
            </a:extLst>
          </p:cNvPr>
          <p:cNvSpPr/>
          <p:nvPr userDrawn="1"/>
        </p:nvSpPr>
        <p:spPr>
          <a:xfrm>
            <a:off x="315348" y="473558"/>
            <a:ext cx="3307533" cy="5614920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800" dirty="0">
              <a:solidFill>
                <a:schemeClr val="tx1"/>
              </a:solidFill>
            </a:endParaRPr>
          </a:p>
        </p:txBody>
      </p:sp>
      <p:pic>
        <p:nvPicPr>
          <p:cNvPr id="2" name="그림 1">
            <a:extLst>
              <a:ext uri="{FF2B5EF4-FFF2-40B4-BE49-F238E27FC236}">
                <a16:creationId xmlns:a16="http://schemas.microsoft.com/office/drawing/2014/main" id="{A8DA9974-69F3-60AE-B1B2-381234EC70C2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53040" y="6597592"/>
            <a:ext cx="1231450" cy="2155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9335332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3. 하단로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슬라이드 번호 개체 틀 5"/>
          <p:cNvSpPr txBox="1">
            <a:spLocks/>
          </p:cNvSpPr>
          <p:nvPr userDrawn="1"/>
        </p:nvSpPr>
        <p:spPr>
          <a:xfrm>
            <a:off x="3800872" y="6597352"/>
            <a:ext cx="2311400" cy="24608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ko-KR"/>
            </a:defPPr>
            <a:lvl1pPr marL="0" algn="ctr" defTabSz="914400" rtl="0" eaLnBrk="1" latinLnBrk="1" hangingPunct="1"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0500D182-0E45-4451-AC01-D47C2071488A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  <p:cxnSp>
        <p:nvCxnSpPr>
          <p:cNvPr id="11" name="직선 연결선 10">
            <a:extLst>
              <a:ext uri="{FF2B5EF4-FFF2-40B4-BE49-F238E27FC236}">
                <a16:creationId xmlns:a16="http://schemas.microsoft.com/office/drawing/2014/main" id="{009EA4EA-92BC-4DD4-B7A9-C079B1028A96}"/>
              </a:ext>
            </a:extLst>
          </p:cNvPr>
          <p:cNvCxnSpPr/>
          <p:nvPr userDrawn="1"/>
        </p:nvCxnSpPr>
        <p:spPr>
          <a:xfrm>
            <a:off x="164468" y="6545287"/>
            <a:ext cx="9649072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직선 연결선 11">
            <a:extLst>
              <a:ext uri="{FF2B5EF4-FFF2-40B4-BE49-F238E27FC236}">
                <a16:creationId xmlns:a16="http://schemas.microsoft.com/office/drawing/2014/main" id="{BB176E84-9026-4C8E-AE29-ECE6E73974B9}"/>
              </a:ext>
            </a:extLst>
          </p:cNvPr>
          <p:cNvCxnSpPr/>
          <p:nvPr userDrawn="1"/>
        </p:nvCxnSpPr>
        <p:spPr>
          <a:xfrm>
            <a:off x="167728" y="321838"/>
            <a:ext cx="9649072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" name="그림 2">
            <a:extLst>
              <a:ext uri="{FF2B5EF4-FFF2-40B4-BE49-F238E27FC236}">
                <a16:creationId xmlns:a16="http://schemas.microsoft.com/office/drawing/2014/main" id="{3C4CC12E-F0B9-EE46-EEF1-96EEE8120A94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53040" y="6597592"/>
            <a:ext cx="1231450" cy="2155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8008994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4. 상단밑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" name="직선 연결선 2">
            <a:extLst>
              <a:ext uri="{FF2B5EF4-FFF2-40B4-BE49-F238E27FC236}">
                <a16:creationId xmlns:a16="http://schemas.microsoft.com/office/drawing/2014/main" id="{1841DC69-4B43-48FE-90E8-BE3B8675C028}"/>
              </a:ext>
            </a:extLst>
          </p:cNvPr>
          <p:cNvCxnSpPr/>
          <p:nvPr userDrawn="1"/>
        </p:nvCxnSpPr>
        <p:spPr>
          <a:xfrm>
            <a:off x="167728" y="321838"/>
            <a:ext cx="9649072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0284389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5. 빈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03689572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495300" y="274638"/>
            <a:ext cx="89154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95300" y="1600201"/>
            <a:ext cx="89154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495300" y="6356351"/>
            <a:ext cx="2311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3384550" y="6356351"/>
            <a:ext cx="31369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7099300" y="6356351"/>
            <a:ext cx="2311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500D182-0E45-4451-AC01-D47C2071488A}" type="slidenum">
              <a:rPr lang="ko-KR" altLang="en-US" smtClean="0"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99198353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3" r:id="rId1"/>
    <p:sldLayoutId id="2147483676" r:id="rId2"/>
    <p:sldLayoutId id="2147483674" r:id="rId3"/>
    <p:sldLayoutId id="2147483675" r:id="rId4"/>
    <p:sldLayoutId id="2147483671" r:id="rId5"/>
    <p:sldLayoutId id="2147483672" r:id="rId6"/>
    <p:sldLayoutId id="2147483673" r:id="rId7"/>
  </p:sldLayoutIdLst>
  <p:hf hdr="0" ftr="0" dt="0"/>
  <p:txStyles>
    <p:titleStyle>
      <a:lvl1pPr algn="ctr" defTabSz="914400" rtl="0" eaLnBrk="1" latinLnBrk="1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1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1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>
            <a:spLocks noChangeArrowheads="1"/>
          </p:cNvSpPr>
          <p:nvPr/>
        </p:nvSpPr>
        <p:spPr bwMode="auto">
          <a:xfrm>
            <a:off x="0" y="43934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>
              <a:latin typeface="+mj-ea"/>
              <a:ea typeface="+mj-ea"/>
            </a:endParaRPr>
          </a:p>
        </p:txBody>
      </p:sp>
      <p:sp>
        <p:nvSpPr>
          <p:cNvPr id="4" name="Rectangle 5"/>
          <p:cNvSpPr>
            <a:spLocks noChangeArrowheads="1"/>
          </p:cNvSpPr>
          <p:nvPr/>
        </p:nvSpPr>
        <p:spPr bwMode="auto">
          <a:xfrm>
            <a:off x="0" y="43934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>
              <a:latin typeface="+mj-ea"/>
              <a:ea typeface="+mj-ea"/>
            </a:endParaRPr>
          </a:p>
        </p:txBody>
      </p:sp>
      <p:graphicFrame>
        <p:nvGraphicFramePr>
          <p:cNvPr id="7" name="표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59567255"/>
              </p:ext>
            </p:extLst>
          </p:nvPr>
        </p:nvGraphicFramePr>
        <p:xfrm>
          <a:off x="3412236" y="4149080"/>
          <a:ext cx="3081528" cy="1327912"/>
        </p:xfrm>
        <a:graphic>
          <a:graphicData uri="http://schemas.openxmlformats.org/drawingml/2006/table">
            <a:tbl>
              <a:tblPr/>
              <a:tblGrid>
                <a:gridCol w="1144720">
                  <a:extLst>
                    <a:ext uri="{9D8B030D-6E8A-4147-A177-3AD203B41FA5}">
                      <a16:colId xmlns:a16="http://schemas.microsoft.com/office/drawing/2014/main" val="2653085288"/>
                    </a:ext>
                  </a:extLst>
                </a:gridCol>
                <a:gridCol w="1936808">
                  <a:extLst>
                    <a:ext uri="{9D8B030D-6E8A-4147-A177-3AD203B41FA5}">
                      <a16:colId xmlns:a16="http://schemas.microsoft.com/office/drawing/2014/main" val="3231353498"/>
                    </a:ext>
                  </a:extLst>
                </a:gridCol>
              </a:tblGrid>
              <a:tr h="331978">
                <a:tc>
                  <a:txBody>
                    <a:bodyPr/>
                    <a:lstStyle/>
                    <a:p>
                      <a:pPr marL="0" marR="0" indent="0" algn="dist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b="1" kern="0" spc="0" dirty="0">
                          <a:solidFill>
                            <a:schemeClr val="tx1"/>
                          </a:solidFill>
                          <a:effectLst/>
                          <a:latin typeface="+mj-ea"/>
                          <a:ea typeface="+mj-ea"/>
                        </a:rPr>
                        <a:t>문서관리번호</a:t>
                      </a:r>
                      <a:endParaRPr lang="ko-KR" altLang="en-US" sz="1200" kern="0" spc="0" dirty="0">
                        <a:solidFill>
                          <a:schemeClr val="tx1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64770" marR="64770" marT="17907" marB="17907" anchor="ctr">
                    <a:lnL>
                      <a:noFill/>
                    </a:lnL>
                    <a:lnR>
                      <a:noFill/>
                    </a:lnR>
                    <a:lnT w="28575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kern="0" spc="0" dirty="0">
                          <a:solidFill>
                            <a:schemeClr val="tx1"/>
                          </a:solidFill>
                          <a:effectLst/>
                          <a:latin typeface="+mj-ea"/>
                          <a:ea typeface="+mn-ea"/>
                          <a:cs typeface="+mn-cs"/>
                        </a:rPr>
                        <a:t>-</a:t>
                      </a:r>
                    </a:p>
                  </a:txBody>
                  <a:tcPr marL="64770" marR="64770" marT="17907" marB="17907" anchor="ctr">
                    <a:lnL>
                      <a:noFill/>
                    </a:lnL>
                    <a:lnR>
                      <a:noFill/>
                    </a:lnR>
                    <a:lnT w="28575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679581"/>
                  </a:ext>
                </a:extLst>
              </a:tr>
              <a:tr h="331978">
                <a:tc>
                  <a:txBody>
                    <a:bodyPr/>
                    <a:lstStyle/>
                    <a:p>
                      <a:pPr marL="0" marR="0" indent="0" algn="dist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b="1" kern="0" spc="0" dirty="0">
                          <a:solidFill>
                            <a:schemeClr val="tx1"/>
                          </a:solidFill>
                          <a:effectLst/>
                          <a:latin typeface="+mj-ea"/>
                          <a:ea typeface="+mj-ea"/>
                        </a:rPr>
                        <a:t>단    계    명</a:t>
                      </a:r>
                      <a:endParaRPr lang="ko-KR" altLang="en-US" sz="1200" kern="0" spc="0" dirty="0">
                        <a:solidFill>
                          <a:schemeClr val="tx1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64770" marR="64770" marT="17907" marB="17907" anchor="ctr">
                    <a:lnL>
                      <a:noFill/>
                    </a:lnL>
                    <a:lnR>
                      <a:noFill/>
                    </a:lnR>
                    <a:lnT w="3556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kern="0" spc="0" dirty="0">
                          <a:solidFill>
                            <a:schemeClr val="tx1"/>
                          </a:solidFill>
                          <a:effectLst/>
                          <a:latin typeface="+mj-ea"/>
                          <a:ea typeface="+mj-ea"/>
                        </a:rPr>
                        <a:t>설계 </a:t>
                      </a:r>
                    </a:p>
                  </a:txBody>
                  <a:tcPr marL="64770" marR="64770" marT="17907" marB="17907" anchor="ctr">
                    <a:lnL>
                      <a:noFill/>
                    </a:lnL>
                    <a:lnR>
                      <a:noFill/>
                    </a:lnR>
                    <a:lnT w="3556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539001797"/>
                  </a:ext>
                </a:extLst>
              </a:tr>
              <a:tr h="331978">
                <a:tc>
                  <a:txBody>
                    <a:bodyPr/>
                    <a:lstStyle/>
                    <a:p>
                      <a:pPr marL="0" marR="0" indent="0" algn="dist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b="1" kern="0" spc="0" dirty="0">
                          <a:solidFill>
                            <a:schemeClr val="tx1"/>
                          </a:solidFill>
                          <a:effectLst/>
                          <a:latin typeface="+mj-ea"/>
                          <a:ea typeface="+mj-ea"/>
                        </a:rPr>
                        <a:t>버           전 </a:t>
                      </a:r>
                      <a:endParaRPr lang="ko-KR" altLang="en-US" sz="1200" kern="0" spc="0" dirty="0">
                        <a:solidFill>
                          <a:schemeClr val="tx1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64770" marR="64770" marT="17907" marB="17907" anchor="ctr">
                    <a:lnL>
                      <a:noFill/>
                    </a:lnL>
                    <a:lnR>
                      <a:noFill/>
                    </a:lnR>
                    <a:lnT w="3556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kern="0" spc="0" dirty="0">
                          <a:solidFill>
                            <a:schemeClr val="tx1"/>
                          </a:solidFill>
                          <a:effectLst/>
                          <a:latin typeface="+mj-ea"/>
                          <a:ea typeface="+mj-ea"/>
                        </a:rPr>
                        <a:t>V.1.0</a:t>
                      </a:r>
                    </a:p>
                  </a:txBody>
                  <a:tcPr marL="64770" marR="64770" marT="17907" marB="17907" anchor="ctr">
                    <a:lnL>
                      <a:noFill/>
                    </a:lnL>
                    <a:lnR>
                      <a:noFill/>
                    </a:lnR>
                    <a:lnT w="3556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523638068"/>
                  </a:ext>
                </a:extLst>
              </a:tr>
              <a:tr h="331978">
                <a:tc>
                  <a:txBody>
                    <a:bodyPr/>
                    <a:lstStyle/>
                    <a:p>
                      <a:pPr marL="0" marR="0" indent="0" algn="dist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b="1" kern="0" spc="0" dirty="0">
                          <a:solidFill>
                            <a:schemeClr val="tx1"/>
                          </a:solidFill>
                          <a:effectLst/>
                          <a:latin typeface="+mj-ea"/>
                          <a:ea typeface="+mj-ea"/>
                        </a:rPr>
                        <a:t>작    성    자</a:t>
                      </a:r>
                      <a:endParaRPr lang="ko-KR" altLang="en-US" sz="1200" kern="0" spc="0" dirty="0">
                        <a:solidFill>
                          <a:schemeClr val="tx1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64770" marR="64770" marT="17907" marB="17907" anchor="ctr">
                    <a:lnL>
                      <a:noFill/>
                    </a:lnL>
                    <a:lnR>
                      <a:noFill/>
                    </a:lnR>
                    <a:lnT w="3556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kern="0" spc="0" dirty="0">
                          <a:solidFill>
                            <a:schemeClr val="tx1"/>
                          </a:solidFill>
                          <a:effectLst/>
                          <a:latin typeface="+mj-ea"/>
                          <a:ea typeface="+mj-ea"/>
                        </a:rPr>
                        <a:t>임재섭</a:t>
                      </a:r>
                    </a:p>
                  </a:txBody>
                  <a:tcPr marL="64770" marR="64770" marT="17907" marB="17907" anchor="ctr">
                    <a:lnL>
                      <a:noFill/>
                    </a:lnL>
                    <a:lnR>
                      <a:noFill/>
                    </a:lnR>
                    <a:lnT w="3556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735856686"/>
                  </a:ext>
                </a:extLst>
              </a:tr>
            </a:tbl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02902AFC-C582-4496-A423-AF3F0836B180}"/>
              </a:ext>
            </a:extLst>
          </p:cNvPr>
          <p:cNvSpPr txBox="1"/>
          <p:nvPr/>
        </p:nvSpPr>
        <p:spPr>
          <a:xfrm>
            <a:off x="3385905" y="836712"/>
            <a:ext cx="3134191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 sz="4000" b="1" spc="600" dirty="0">
                <a:solidFill>
                  <a:srgbClr val="365F8C"/>
                </a:solidFill>
              </a:rPr>
              <a:t>화면정의서</a:t>
            </a:r>
            <a:endParaRPr lang="en-US" altLang="ko-KR" sz="4000" b="1" spc="600" dirty="0">
              <a:solidFill>
                <a:srgbClr val="365F8C"/>
              </a:solidFill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BE9B82DA-8080-4207-B9C9-DB668812DC9B}"/>
              </a:ext>
            </a:extLst>
          </p:cNvPr>
          <p:cNvSpPr txBox="1"/>
          <p:nvPr/>
        </p:nvSpPr>
        <p:spPr>
          <a:xfrm>
            <a:off x="3580759" y="2343855"/>
            <a:ext cx="299633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 sz="20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농업용 지하수 예측</a:t>
            </a:r>
            <a:r>
              <a:rPr lang="en-US" altLang="ko-KR" sz="2000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·</a:t>
            </a:r>
            <a:r>
              <a:rPr lang="ko-KR" altLang="en-US" sz="20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활용</a:t>
            </a:r>
            <a:endParaRPr lang="en-US" altLang="ko-KR" sz="20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  <a:p>
            <a:pPr algn="ctr"/>
            <a:r>
              <a:rPr lang="en-US" altLang="ko-KR" sz="20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AI </a:t>
            </a:r>
            <a:r>
              <a:rPr lang="ko-KR" altLang="en-US" sz="20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솔루션 개발 및 실증</a:t>
            </a:r>
            <a:endParaRPr lang="en-US" altLang="ko-KR" sz="1100" b="1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18A08895-C5E6-6271-48A5-F5ADEEB709BD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59452" y="5913528"/>
            <a:ext cx="2260020" cy="3955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1198690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8" name="표 6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7998207"/>
              </p:ext>
            </p:extLst>
          </p:nvPr>
        </p:nvGraphicFramePr>
        <p:xfrm>
          <a:off x="344488" y="800708"/>
          <a:ext cx="9339365" cy="4342086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69439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3238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65722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55465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08828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01242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241227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ko-KR" sz="1000" b="1" dirty="0">
                          <a:effectLst/>
                          <a:latin typeface="+mj-ea"/>
                          <a:ea typeface="+mj-ea"/>
                        </a:rPr>
                        <a:t>버전</a:t>
                      </a:r>
                      <a:endParaRPr lang="ko-KR" sz="1000" b="1" dirty="0">
                        <a:effectLst/>
                        <a:latin typeface="+mj-ea"/>
                        <a:ea typeface="+mj-ea"/>
                        <a:cs typeface="굴림"/>
                      </a:endParaRPr>
                    </a:p>
                  </a:txBody>
                  <a:tcPr marL="41138" marR="41138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ko-KR" sz="1000" b="1" dirty="0">
                          <a:effectLst/>
                          <a:latin typeface="+mj-ea"/>
                          <a:ea typeface="+mj-ea"/>
                        </a:rPr>
                        <a:t>변경일</a:t>
                      </a:r>
                      <a:endParaRPr lang="ko-KR" sz="1000" b="1" dirty="0">
                        <a:effectLst/>
                        <a:latin typeface="+mj-ea"/>
                        <a:ea typeface="+mj-ea"/>
                        <a:cs typeface="굴림"/>
                      </a:endParaRPr>
                    </a:p>
                  </a:txBody>
                  <a:tcPr marL="41138" marR="41138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ko-KR" sz="1000" b="1" dirty="0">
                          <a:effectLst/>
                          <a:latin typeface="+mj-ea"/>
                          <a:ea typeface="+mj-ea"/>
                        </a:rPr>
                        <a:t>변경사유</a:t>
                      </a:r>
                      <a:endParaRPr lang="ko-KR" sz="1000" b="1" dirty="0">
                        <a:effectLst/>
                        <a:latin typeface="+mj-ea"/>
                        <a:ea typeface="+mj-ea"/>
                        <a:cs typeface="굴림"/>
                      </a:endParaRPr>
                    </a:p>
                  </a:txBody>
                  <a:tcPr marL="41138" marR="41138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ko-KR" sz="1000" b="1" dirty="0">
                          <a:effectLst/>
                          <a:latin typeface="+mj-ea"/>
                          <a:ea typeface="+mj-ea"/>
                        </a:rPr>
                        <a:t>변 경 내 용</a:t>
                      </a:r>
                      <a:endParaRPr lang="ko-KR" sz="1000" b="1" dirty="0">
                        <a:effectLst/>
                        <a:latin typeface="+mj-ea"/>
                        <a:ea typeface="+mj-ea"/>
                        <a:cs typeface="굴림"/>
                      </a:endParaRPr>
                    </a:p>
                  </a:txBody>
                  <a:tcPr marL="41138" marR="41138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ko-KR" sz="1000" b="1" dirty="0">
                          <a:effectLst/>
                          <a:latin typeface="+mj-ea"/>
                          <a:ea typeface="+mj-ea"/>
                        </a:rPr>
                        <a:t>작성자</a:t>
                      </a:r>
                      <a:endParaRPr lang="ko-KR" sz="1000" b="1" dirty="0">
                        <a:effectLst/>
                        <a:latin typeface="+mj-ea"/>
                        <a:ea typeface="+mj-ea"/>
                        <a:cs typeface="굴림"/>
                      </a:endParaRPr>
                    </a:p>
                  </a:txBody>
                  <a:tcPr marL="41138" marR="41138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ko-KR" sz="1000" b="1" dirty="0">
                          <a:effectLst/>
                          <a:latin typeface="+mj-ea"/>
                          <a:ea typeface="+mj-ea"/>
                        </a:rPr>
                        <a:t>승인자</a:t>
                      </a:r>
                      <a:endParaRPr lang="ko-KR" sz="1000" b="1" dirty="0">
                        <a:effectLst/>
                        <a:latin typeface="+mj-ea"/>
                        <a:ea typeface="+mj-ea"/>
                        <a:cs typeface="굴림"/>
                      </a:endParaRPr>
                    </a:p>
                  </a:txBody>
                  <a:tcPr marL="41138" marR="41138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41227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dirty="0">
                          <a:effectLst/>
                          <a:latin typeface="+mj-ea"/>
                          <a:ea typeface="+mj-ea"/>
                          <a:cs typeface="굴림"/>
                        </a:rPr>
                        <a:t>1.0</a:t>
                      </a:r>
                      <a:endParaRPr lang="ko-KR" altLang="ko-KR" sz="1000" dirty="0">
                        <a:effectLst/>
                        <a:latin typeface="+mj-ea"/>
                        <a:ea typeface="+mj-ea"/>
                        <a:cs typeface="굴림"/>
                      </a:endParaRPr>
                    </a:p>
                  </a:txBody>
                  <a:tcPr marL="41138" marR="41138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dirty="0">
                          <a:effectLst/>
                          <a:latin typeface="+mj-ea"/>
                          <a:ea typeface="+mj-ea"/>
                        </a:rPr>
                        <a:t>2026.02.23</a:t>
                      </a:r>
                      <a:endParaRPr lang="ko-KR" altLang="ko-KR" sz="1000" dirty="0">
                        <a:effectLst/>
                        <a:latin typeface="+mj-ea"/>
                        <a:ea typeface="+mj-ea"/>
                        <a:cs typeface="굴림"/>
                      </a:endParaRPr>
                    </a:p>
                  </a:txBody>
                  <a:tcPr marL="41138" marR="41138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 dirty="0">
                          <a:effectLst/>
                          <a:latin typeface="+mj-ea"/>
                          <a:ea typeface="+mj-ea"/>
                        </a:rPr>
                        <a:t>최초작성</a:t>
                      </a:r>
                      <a:endParaRPr lang="ko-KR" altLang="ko-KR" sz="1000" dirty="0">
                        <a:effectLst/>
                        <a:latin typeface="+mj-ea"/>
                        <a:ea typeface="+mj-ea"/>
                        <a:cs typeface="굴림"/>
                      </a:endParaRPr>
                    </a:p>
                  </a:txBody>
                  <a:tcPr marL="41138" marR="41138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ko-KR" sz="1000" dirty="0">
                        <a:effectLst/>
                        <a:latin typeface="+mj-ea"/>
                        <a:ea typeface="+mj-ea"/>
                        <a:cs typeface="굴림"/>
                      </a:endParaRPr>
                    </a:p>
                  </a:txBody>
                  <a:tcPr marL="41138" marR="41138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 kern="1200" dirty="0">
                          <a:solidFill>
                            <a:schemeClr val="dk1"/>
                          </a:solidFill>
                          <a:effectLst/>
                          <a:latin typeface="+mj-ea"/>
                          <a:ea typeface="+mn-ea"/>
                          <a:cs typeface="굴림"/>
                        </a:rPr>
                        <a:t>임재섭</a:t>
                      </a:r>
                      <a:endParaRPr lang="en-US" altLang="ko-KR" sz="1000" kern="1200" dirty="0">
                        <a:solidFill>
                          <a:schemeClr val="dk1"/>
                        </a:solidFill>
                        <a:effectLst/>
                        <a:latin typeface="+mj-ea"/>
                        <a:ea typeface="+mn-ea"/>
                        <a:cs typeface="굴림"/>
                      </a:endParaRPr>
                    </a:p>
                  </a:txBody>
                  <a:tcPr marL="41138" marR="41138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ko-KR" sz="1000" dirty="0">
                        <a:effectLst/>
                        <a:latin typeface="+mj-ea"/>
                        <a:ea typeface="+mj-ea"/>
                        <a:cs typeface="굴림"/>
                      </a:endParaRPr>
                    </a:p>
                  </a:txBody>
                  <a:tcPr marL="41138" marR="41138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41227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ko-KR" sz="1000" dirty="0">
                        <a:effectLst/>
                        <a:latin typeface="+mj-ea"/>
                        <a:ea typeface="+mj-ea"/>
                        <a:cs typeface="굴림"/>
                      </a:endParaRPr>
                    </a:p>
                  </a:txBody>
                  <a:tcPr marL="41138" marR="41138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ko-KR" sz="1000" dirty="0">
                        <a:effectLst/>
                        <a:latin typeface="+mj-ea"/>
                        <a:ea typeface="+mj-ea"/>
                        <a:cs typeface="굴림"/>
                      </a:endParaRPr>
                    </a:p>
                  </a:txBody>
                  <a:tcPr marL="41138" marR="41138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ko-KR" sz="1000" dirty="0">
                        <a:effectLst/>
                        <a:latin typeface="+mj-ea"/>
                        <a:ea typeface="+mj-ea"/>
                        <a:cs typeface="굴림"/>
                      </a:endParaRPr>
                    </a:p>
                  </a:txBody>
                  <a:tcPr marL="41138" marR="41138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ko-KR" sz="1000" dirty="0">
                        <a:effectLst/>
                        <a:latin typeface="+mj-ea"/>
                        <a:ea typeface="+mj-ea"/>
                        <a:cs typeface="굴림"/>
                      </a:endParaRPr>
                    </a:p>
                  </a:txBody>
                  <a:tcPr marL="41138" marR="41138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1000" dirty="0">
                        <a:effectLst/>
                        <a:latin typeface="+mj-ea"/>
                        <a:ea typeface="+mj-ea"/>
                        <a:cs typeface="굴림"/>
                      </a:endParaRPr>
                    </a:p>
                  </a:txBody>
                  <a:tcPr marL="41138" marR="41138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ko-KR" sz="1000" dirty="0">
                        <a:effectLst/>
                        <a:latin typeface="+mj-ea"/>
                        <a:ea typeface="+mj-ea"/>
                        <a:cs typeface="굴림"/>
                      </a:endParaRPr>
                    </a:p>
                  </a:txBody>
                  <a:tcPr marL="41138" marR="41138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41227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ko-KR" sz="1000" dirty="0">
                        <a:effectLst/>
                        <a:latin typeface="+mj-ea"/>
                        <a:ea typeface="+mj-ea"/>
                        <a:cs typeface="굴림"/>
                      </a:endParaRPr>
                    </a:p>
                  </a:txBody>
                  <a:tcPr marL="41138" marR="41138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ko-KR" sz="1000" dirty="0">
                        <a:effectLst/>
                        <a:latin typeface="+mj-ea"/>
                        <a:ea typeface="+mj-ea"/>
                        <a:cs typeface="굴림"/>
                      </a:endParaRPr>
                    </a:p>
                  </a:txBody>
                  <a:tcPr marL="41138" marR="41138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ko-KR" sz="1000" dirty="0">
                        <a:effectLst/>
                        <a:latin typeface="+mj-ea"/>
                        <a:ea typeface="+mj-ea"/>
                        <a:cs typeface="굴림"/>
                      </a:endParaRPr>
                    </a:p>
                  </a:txBody>
                  <a:tcPr marL="41138" marR="41138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ko-KR" sz="1000" kern="1200" dirty="0">
                        <a:solidFill>
                          <a:schemeClr val="dk1"/>
                        </a:solidFill>
                        <a:effectLst/>
                        <a:latin typeface="+mj-ea"/>
                        <a:ea typeface="+mn-ea"/>
                        <a:cs typeface="굴림"/>
                      </a:endParaRPr>
                    </a:p>
                  </a:txBody>
                  <a:tcPr marL="41138" marR="41138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ko-KR" sz="1000" dirty="0">
                        <a:effectLst/>
                        <a:latin typeface="+mj-ea"/>
                        <a:ea typeface="+mj-ea"/>
                        <a:cs typeface="굴림"/>
                      </a:endParaRPr>
                    </a:p>
                  </a:txBody>
                  <a:tcPr marL="41138" marR="41138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ko-KR" sz="1000" dirty="0">
                        <a:effectLst/>
                        <a:latin typeface="+mj-ea"/>
                        <a:ea typeface="+mj-ea"/>
                        <a:cs typeface="굴림"/>
                      </a:endParaRPr>
                    </a:p>
                  </a:txBody>
                  <a:tcPr marL="41138" marR="41138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41227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ko-KR" sz="1000" dirty="0">
                        <a:effectLst/>
                        <a:latin typeface="+mj-ea"/>
                        <a:ea typeface="+mj-ea"/>
                        <a:cs typeface="굴림"/>
                      </a:endParaRPr>
                    </a:p>
                  </a:txBody>
                  <a:tcPr marL="41138" marR="41138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ko-KR" sz="1000" dirty="0">
                        <a:effectLst/>
                        <a:latin typeface="+mj-ea"/>
                        <a:ea typeface="+mj-ea"/>
                        <a:cs typeface="굴림"/>
                      </a:endParaRPr>
                    </a:p>
                  </a:txBody>
                  <a:tcPr marL="41138" marR="41138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ko-KR" sz="1000" dirty="0">
                        <a:effectLst/>
                        <a:latin typeface="+mj-ea"/>
                        <a:ea typeface="+mj-ea"/>
                        <a:cs typeface="굴림"/>
                      </a:endParaRPr>
                    </a:p>
                  </a:txBody>
                  <a:tcPr marL="41138" marR="41138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000" dirty="0"/>
                    </a:p>
                  </a:txBody>
                  <a:tcPr marL="41138" marR="41138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ko-KR" sz="1000" kern="1200" dirty="0">
                        <a:solidFill>
                          <a:schemeClr val="dk1"/>
                        </a:solidFill>
                        <a:effectLst/>
                        <a:latin typeface="+mj-ea"/>
                        <a:ea typeface="+mn-ea"/>
                        <a:cs typeface="굴림"/>
                      </a:endParaRPr>
                    </a:p>
                  </a:txBody>
                  <a:tcPr marL="41138" marR="41138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ko-KR" sz="1000" dirty="0">
                        <a:effectLst/>
                        <a:latin typeface="+mj-ea"/>
                        <a:ea typeface="+mj-ea"/>
                        <a:cs typeface="굴림"/>
                      </a:endParaRPr>
                    </a:p>
                  </a:txBody>
                  <a:tcPr marL="41138" marR="41138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41227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ko-KR" sz="1000" dirty="0">
                        <a:effectLst/>
                        <a:latin typeface="+mj-ea"/>
                        <a:ea typeface="+mj-ea"/>
                        <a:cs typeface="굴림"/>
                      </a:endParaRPr>
                    </a:p>
                  </a:txBody>
                  <a:tcPr marL="41138" marR="41138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ko-KR" sz="1000" dirty="0">
                        <a:effectLst/>
                        <a:latin typeface="+mj-ea"/>
                        <a:ea typeface="+mj-ea"/>
                        <a:cs typeface="굴림"/>
                      </a:endParaRPr>
                    </a:p>
                  </a:txBody>
                  <a:tcPr marL="41138" marR="41138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ko-KR" sz="1000" dirty="0">
                        <a:effectLst/>
                        <a:latin typeface="+mj-ea"/>
                        <a:ea typeface="+mj-ea"/>
                        <a:cs typeface="굴림"/>
                      </a:endParaRPr>
                    </a:p>
                  </a:txBody>
                  <a:tcPr marL="41138" marR="41138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ko-KR" sz="1000" dirty="0">
                        <a:effectLst/>
                        <a:latin typeface="+mj-ea"/>
                        <a:ea typeface="+mj-ea"/>
                        <a:cs typeface="굴림"/>
                      </a:endParaRPr>
                    </a:p>
                  </a:txBody>
                  <a:tcPr marL="41138" marR="41138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ko-KR" sz="1000" dirty="0">
                        <a:effectLst/>
                        <a:latin typeface="+mj-ea"/>
                        <a:ea typeface="+mj-ea"/>
                        <a:cs typeface="굴림"/>
                      </a:endParaRPr>
                    </a:p>
                  </a:txBody>
                  <a:tcPr marL="41138" marR="41138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ko-KR" sz="1000" dirty="0">
                        <a:effectLst/>
                        <a:latin typeface="+mj-ea"/>
                        <a:ea typeface="+mj-ea"/>
                        <a:cs typeface="굴림"/>
                      </a:endParaRPr>
                    </a:p>
                  </a:txBody>
                  <a:tcPr marL="41138" marR="41138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41227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ko-KR" sz="1000" dirty="0">
                        <a:effectLst/>
                        <a:latin typeface="+mj-ea"/>
                        <a:ea typeface="+mj-ea"/>
                        <a:cs typeface="굴림"/>
                      </a:endParaRPr>
                    </a:p>
                  </a:txBody>
                  <a:tcPr marL="41138" marR="41138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ko-KR" sz="1000" dirty="0">
                        <a:effectLst/>
                        <a:latin typeface="+mj-ea"/>
                        <a:ea typeface="+mj-ea"/>
                        <a:cs typeface="굴림"/>
                      </a:endParaRPr>
                    </a:p>
                  </a:txBody>
                  <a:tcPr marL="41138" marR="41138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ko-KR" sz="1000" dirty="0">
                        <a:effectLst/>
                        <a:latin typeface="+mj-ea"/>
                        <a:ea typeface="+mj-ea"/>
                        <a:cs typeface="굴림"/>
                      </a:endParaRPr>
                    </a:p>
                  </a:txBody>
                  <a:tcPr marL="41138" marR="41138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ko-KR" sz="1000" dirty="0">
                        <a:effectLst/>
                        <a:latin typeface="+mj-ea"/>
                        <a:ea typeface="+mj-ea"/>
                        <a:cs typeface="굴림"/>
                      </a:endParaRPr>
                    </a:p>
                  </a:txBody>
                  <a:tcPr marL="41138" marR="41138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ko-KR" sz="1000" dirty="0">
                        <a:effectLst/>
                        <a:latin typeface="+mj-ea"/>
                        <a:ea typeface="+mj-ea"/>
                        <a:cs typeface="굴림"/>
                      </a:endParaRPr>
                    </a:p>
                  </a:txBody>
                  <a:tcPr marL="41138" marR="41138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ko-KR" sz="1000" dirty="0">
                        <a:effectLst/>
                        <a:latin typeface="+mj-ea"/>
                        <a:ea typeface="+mj-ea"/>
                        <a:cs typeface="굴림"/>
                      </a:endParaRPr>
                    </a:p>
                  </a:txBody>
                  <a:tcPr marL="41138" marR="41138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41227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ko-KR" sz="1000" dirty="0">
                        <a:effectLst/>
                        <a:latin typeface="+mj-ea"/>
                        <a:ea typeface="+mj-ea"/>
                        <a:cs typeface="굴림"/>
                      </a:endParaRPr>
                    </a:p>
                  </a:txBody>
                  <a:tcPr marL="41138" marR="41138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ko-KR" sz="1000" dirty="0">
                        <a:effectLst/>
                        <a:latin typeface="+mj-ea"/>
                        <a:ea typeface="+mj-ea"/>
                        <a:cs typeface="굴림"/>
                      </a:endParaRPr>
                    </a:p>
                  </a:txBody>
                  <a:tcPr marL="41138" marR="41138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ko-KR" sz="1000" dirty="0">
                        <a:effectLst/>
                        <a:latin typeface="+mj-ea"/>
                        <a:ea typeface="+mj-ea"/>
                        <a:cs typeface="굴림"/>
                      </a:endParaRPr>
                    </a:p>
                  </a:txBody>
                  <a:tcPr marL="41138" marR="41138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ko-KR" sz="1000" dirty="0">
                        <a:effectLst/>
                        <a:latin typeface="+mj-ea"/>
                        <a:ea typeface="+mj-ea"/>
                        <a:cs typeface="굴림"/>
                      </a:endParaRPr>
                    </a:p>
                  </a:txBody>
                  <a:tcPr marL="41138" marR="41138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ko-KR" sz="1000" dirty="0">
                        <a:effectLst/>
                        <a:latin typeface="+mj-ea"/>
                        <a:ea typeface="+mj-ea"/>
                        <a:cs typeface="굴림"/>
                      </a:endParaRPr>
                    </a:p>
                  </a:txBody>
                  <a:tcPr marL="41138" marR="41138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ko-KR" sz="1000" dirty="0">
                        <a:effectLst/>
                        <a:latin typeface="+mj-ea"/>
                        <a:ea typeface="+mj-ea"/>
                        <a:cs typeface="굴림"/>
                      </a:endParaRPr>
                    </a:p>
                  </a:txBody>
                  <a:tcPr marL="41138" marR="41138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41227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ko-KR" sz="1000" dirty="0">
                        <a:effectLst/>
                        <a:latin typeface="+mj-ea"/>
                        <a:ea typeface="+mj-ea"/>
                        <a:cs typeface="굴림"/>
                      </a:endParaRPr>
                    </a:p>
                  </a:txBody>
                  <a:tcPr marL="41138" marR="41138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ko-KR" sz="1000" dirty="0">
                        <a:effectLst/>
                        <a:latin typeface="+mj-ea"/>
                        <a:ea typeface="+mj-ea"/>
                        <a:cs typeface="굴림"/>
                      </a:endParaRPr>
                    </a:p>
                  </a:txBody>
                  <a:tcPr marL="41138" marR="41138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ko-KR" sz="1000" dirty="0">
                        <a:effectLst/>
                        <a:latin typeface="+mj-ea"/>
                        <a:ea typeface="+mj-ea"/>
                        <a:cs typeface="굴림"/>
                      </a:endParaRPr>
                    </a:p>
                  </a:txBody>
                  <a:tcPr marL="41138" marR="41138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ko-KR" sz="1000" dirty="0">
                        <a:effectLst/>
                        <a:latin typeface="+mj-ea"/>
                        <a:ea typeface="+mj-ea"/>
                        <a:cs typeface="굴림"/>
                      </a:endParaRPr>
                    </a:p>
                  </a:txBody>
                  <a:tcPr marL="41138" marR="41138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ko-KR" sz="1000" dirty="0">
                        <a:effectLst/>
                        <a:latin typeface="+mj-ea"/>
                        <a:ea typeface="+mj-ea"/>
                        <a:cs typeface="굴림"/>
                      </a:endParaRPr>
                    </a:p>
                  </a:txBody>
                  <a:tcPr marL="41138" marR="41138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ko-KR" sz="1000" dirty="0">
                        <a:effectLst/>
                        <a:latin typeface="+mj-ea"/>
                        <a:ea typeface="+mj-ea"/>
                        <a:cs typeface="굴림"/>
                      </a:endParaRPr>
                    </a:p>
                  </a:txBody>
                  <a:tcPr marL="41138" marR="41138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41227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ko-KR" sz="1000" dirty="0">
                        <a:effectLst/>
                        <a:latin typeface="+mj-ea"/>
                        <a:ea typeface="+mj-ea"/>
                        <a:cs typeface="굴림"/>
                      </a:endParaRPr>
                    </a:p>
                  </a:txBody>
                  <a:tcPr marL="41138" marR="41138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ko-KR" sz="1000" dirty="0">
                        <a:effectLst/>
                        <a:latin typeface="+mj-ea"/>
                        <a:ea typeface="+mj-ea"/>
                        <a:cs typeface="굴림"/>
                      </a:endParaRPr>
                    </a:p>
                  </a:txBody>
                  <a:tcPr marL="41138" marR="41138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ko-KR" sz="1000" dirty="0">
                        <a:effectLst/>
                        <a:latin typeface="+mj-ea"/>
                        <a:ea typeface="+mj-ea"/>
                        <a:cs typeface="굴림"/>
                      </a:endParaRPr>
                    </a:p>
                  </a:txBody>
                  <a:tcPr marL="41138" marR="41138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ko-KR" sz="1000" dirty="0">
                        <a:effectLst/>
                        <a:latin typeface="+mj-ea"/>
                        <a:ea typeface="+mj-ea"/>
                        <a:cs typeface="굴림"/>
                      </a:endParaRPr>
                    </a:p>
                  </a:txBody>
                  <a:tcPr marL="41138" marR="41138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ko-KR" sz="1000" dirty="0">
                        <a:effectLst/>
                        <a:latin typeface="+mj-ea"/>
                        <a:ea typeface="+mj-ea"/>
                        <a:cs typeface="굴림"/>
                      </a:endParaRPr>
                    </a:p>
                  </a:txBody>
                  <a:tcPr marL="41138" marR="41138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ko-KR" sz="1000" dirty="0">
                        <a:effectLst/>
                        <a:latin typeface="+mj-ea"/>
                        <a:ea typeface="+mj-ea"/>
                        <a:cs typeface="굴림"/>
                      </a:endParaRPr>
                    </a:p>
                  </a:txBody>
                  <a:tcPr marL="41138" marR="41138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41227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ko-KR" sz="1000" dirty="0">
                        <a:effectLst/>
                        <a:latin typeface="+mj-ea"/>
                        <a:ea typeface="+mj-ea"/>
                        <a:cs typeface="굴림"/>
                      </a:endParaRPr>
                    </a:p>
                  </a:txBody>
                  <a:tcPr marL="41138" marR="41138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ko-KR" sz="1000" dirty="0">
                        <a:effectLst/>
                        <a:latin typeface="+mj-ea"/>
                        <a:ea typeface="+mj-ea"/>
                        <a:cs typeface="굴림"/>
                      </a:endParaRPr>
                    </a:p>
                  </a:txBody>
                  <a:tcPr marL="41138" marR="41138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ko-KR" sz="1000" dirty="0">
                        <a:effectLst/>
                        <a:latin typeface="+mj-ea"/>
                        <a:ea typeface="+mj-ea"/>
                        <a:cs typeface="굴림"/>
                      </a:endParaRPr>
                    </a:p>
                  </a:txBody>
                  <a:tcPr marL="41138" marR="41138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ko-KR" sz="1000" dirty="0">
                        <a:effectLst/>
                        <a:latin typeface="+mj-ea"/>
                        <a:ea typeface="+mj-ea"/>
                        <a:cs typeface="굴림"/>
                      </a:endParaRPr>
                    </a:p>
                  </a:txBody>
                  <a:tcPr marL="41138" marR="41138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ko-KR" sz="1000" dirty="0">
                        <a:effectLst/>
                        <a:latin typeface="+mj-ea"/>
                        <a:ea typeface="+mj-ea"/>
                        <a:cs typeface="굴림"/>
                      </a:endParaRPr>
                    </a:p>
                  </a:txBody>
                  <a:tcPr marL="41138" marR="41138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ko-KR" sz="1000" dirty="0">
                        <a:effectLst/>
                        <a:latin typeface="+mj-ea"/>
                        <a:ea typeface="+mj-ea"/>
                        <a:cs typeface="굴림"/>
                      </a:endParaRPr>
                    </a:p>
                  </a:txBody>
                  <a:tcPr marL="41138" marR="41138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41227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ko-KR" sz="1000" dirty="0">
                        <a:effectLst/>
                        <a:latin typeface="+mj-ea"/>
                        <a:ea typeface="+mj-ea"/>
                        <a:cs typeface="굴림"/>
                      </a:endParaRPr>
                    </a:p>
                  </a:txBody>
                  <a:tcPr marL="41138" marR="41138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ko-KR" sz="1000" dirty="0">
                        <a:effectLst/>
                        <a:latin typeface="+mj-ea"/>
                        <a:ea typeface="+mj-ea"/>
                        <a:cs typeface="굴림"/>
                      </a:endParaRPr>
                    </a:p>
                  </a:txBody>
                  <a:tcPr marL="41138" marR="41138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ko-KR" sz="1000" dirty="0">
                        <a:effectLst/>
                        <a:latin typeface="+mj-ea"/>
                        <a:ea typeface="+mj-ea"/>
                        <a:cs typeface="굴림"/>
                      </a:endParaRPr>
                    </a:p>
                  </a:txBody>
                  <a:tcPr marL="41138" marR="41138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ko-KR" sz="1000" dirty="0">
                        <a:effectLst/>
                        <a:latin typeface="+mj-ea"/>
                        <a:ea typeface="+mj-ea"/>
                        <a:cs typeface="굴림"/>
                      </a:endParaRPr>
                    </a:p>
                  </a:txBody>
                  <a:tcPr marL="41138" marR="41138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ko-KR" sz="1000" dirty="0">
                        <a:effectLst/>
                        <a:latin typeface="+mj-ea"/>
                        <a:ea typeface="+mj-ea"/>
                        <a:cs typeface="굴림"/>
                      </a:endParaRPr>
                    </a:p>
                  </a:txBody>
                  <a:tcPr marL="41138" marR="41138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ko-KR" sz="1000" dirty="0">
                        <a:effectLst/>
                        <a:latin typeface="+mj-ea"/>
                        <a:ea typeface="+mj-ea"/>
                        <a:cs typeface="굴림"/>
                      </a:endParaRPr>
                    </a:p>
                  </a:txBody>
                  <a:tcPr marL="41138" marR="41138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241227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ko-KR" sz="1000" dirty="0">
                        <a:effectLst/>
                        <a:latin typeface="+mj-ea"/>
                        <a:ea typeface="+mj-ea"/>
                        <a:cs typeface="굴림"/>
                      </a:endParaRPr>
                    </a:p>
                  </a:txBody>
                  <a:tcPr marL="41138" marR="41138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ko-KR" sz="1000" dirty="0">
                        <a:effectLst/>
                        <a:latin typeface="+mj-ea"/>
                        <a:ea typeface="+mj-ea"/>
                        <a:cs typeface="굴림"/>
                      </a:endParaRPr>
                    </a:p>
                  </a:txBody>
                  <a:tcPr marL="41138" marR="41138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ko-KR" sz="1000" dirty="0">
                        <a:effectLst/>
                        <a:latin typeface="+mj-ea"/>
                        <a:ea typeface="+mj-ea"/>
                        <a:cs typeface="굴림"/>
                      </a:endParaRPr>
                    </a:p>
                  </a:txBody>
                  <a:tcPr marL="41138" marR="41138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ko-KR" sz="1000" dirty="0">
                        <a:effectLst/>
                        <a:latin typeface="+mj-ea"/>
                        <a:ea typeface="+mj-ea"/>
                        <a:cs typeface="굴림"/>
                      </a:endParaRPr>
                    </a:p>
                  </a:txBody>
                  <a:tcPr marL="41138" marR="41138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ko-KR" sz="1000" dirty="0">
                        <a:effectLst/>
                        <a:latin typeface="+mj-ea"/>
                        <a:ea typeface="+mj-ea"/>
                        <a:cs typeface="굴림"/>
                      </a:endParaRPr>
                    </a:p>
                  </a:txBody>
                  <a:tcPr marL="41138" marR="41138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ko-KR" sz="1000" dirty="0">
                        <a:effectLst/>
                        <a:latin typeface="+mj-ea"/>
                        <a:ea typeface="+mj-ea"/>
                        <a:cs typeface="굴림"/>
                      </a:endParaRPr>
                    </a:p>
                  </a:txBody>
                  <a:tcPr marL="41138" marR="41138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241227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ko-KR" sz="1000">
                        <a:effectLst/>
                        <a:latin typeface="+mj-ea"/>
                        <a:ea typeface="+mj-ea"/>
                        <a:cs typeface="굴림"/>
                      </a:endParaRPr>
                    </a:p>
                  </a:txBody>
                  <a:tcPr marL="41138" marR="41138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ko-KR" sz="1000">
                        <a:effectLst/>
                        <a:latin typeface="+mj-ea"/>
                        <a:ea typeface="+mj-ea"/>
                        <a:cs typeface="굴림"/>
                      </a:endParaRPr>
                    </a:p>
                  </a:txBody>
                  <a:tcPr marL="41138" marR="41138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ko-KR" sz="1000">
                        <a:effectLst/>
                        <a:latin typeface="+mj-ea"/>
                        <a:ea typeface="+mj-ea"/>
                        <a:cs typeface="굴림"/>
                      </a:endParaRPr>
                    </a:p>
                  </a:txBody>
                  <a:tcPr marL="41138" marR="41138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ko-KR" sz="1000" dirty="0">
                        <a:effectLst/>
                        <a:latin typeface="+mj-ea"/>
                        <a:ea typeface="+mj-ea"/>
                        <a:cs typeface="굴림"/>
                      </a:endParaRPr>
                    </a:p>
                  </a:txBody>
                  <a:tcPr marL="41138" marR="41138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ko-KR" sz="1000" dirty="0">
                        <a:effectLst/>
                        <a:latin typeface="+mj-ea"/>
                        <a:ea typeface="+mj-ea"/>
                        <a:cs typeface="굴림"/>
                      </a:endParaRPr>
                    </a:p>
                  </a:txBody>
                  <a:tcPr marL="41138" marR="41138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000" dirty="0">
                          <a:effectLst/>
                          <a:latin typeface="+mj-ea"/>
                          <a:ea typeface="+mj-ea"/>
                        </a:rPr>
                        <a:t> </a:t>
                      </a:r>
                      <a:endParaRPr lang="ko-KR" sz="1000" dirty="0">
                        <a:effectLst/>
                        <a:latin typeface="+mj-ea"/>
                        <a:ea typeface="+mj-ea"/>
                        <a:cs typeface="굴림"/>
                      </a:endParaRPr>
                    </a:p>
                  </a:txBody>
                  <a:tcPr marL="41138" marR="41138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241227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000">
                          <a:effectLst/>
                          <a:latin typeface="+mj-ea"/>
                          <a:ea typeface="+mj-ea"/>
                        </a:rPr>
                        <a:t> </a:t>
                      </a:r>
                      <a:endParaRPr lang="ko-KR" sz="1000">
                        <a:effectLst/>
                        <a:latin typeface="+mj-ea"/>
                        <a:ea typeface="+mj-ea"/>
                        <a:cs typeface="굴림"/>
                      </a:endParaRPr>
                    </a:p>
                  </a:txBody>
                  <a:tcPr marL="41138" marR="41138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000">
                          <a:effectLst/>
                          <a:latin typeface="+mj-ea"/>
                          <a:ea typeface="+mj-ea"/>
                        </a:rPr>
                        <a:t> </a:t>
                      </a:r>
                      <a:endParaRPr lang="ko-KR" sz="1000">
                        <a:effectLst/>
                        <a:latin typeface="+mj-ea"/>
                        <a:ea typeface="+mj-ea"/>
                        <a:cs typeface="굴림"/>
                      </a:endParaRPr>
                    </a:p>
                  </a:txBody>
                  <a:tcPr marL="41138" marR="41138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000">
                          <a:effectLst/>
                          <a:latin typeface="+mj-ea"/>
                          <a:ea typeface="+mj-ea"/>
                        </a:rPr>
                        <a:t> </a:t>
                      </a:r>
                      <a:endParaRPr lang="ko-KR" sz="1000">
                        <a:effectLst/>
                        <a:latin typeface="+mj-ea"/>
                        <a:ea typeface="+mj-ea"/>
                        <a:cs typeface="굴림"/>
                      </a:endParaRPr>
                    </a:p>
                  </a:txBody>
                  <a:tcPr marL="41138" marR="41138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000" dirty="0">
                          <a:effectLst/>
                          <a:latin typeface="+mj-ea"/>
                          <a:ea typeface="+mj-ea"/>
                        </a:rPr>
                        <a:t> </a:t>
                      </a:r>
                      <a:endParaRPr lang="ko-KR" sz="1000" dirty="0">
                        <a:effectLst/>
                        <a:latin typeface="+mj-ea"/>
                        <a:ea typeface="+mj-ea"/>
                        <a:cs typeface="굴림"/>
                      </a:endParaRPr>
                    </a:p>
                  </a:txBody>
                  <a:tcPr marL="41138" marR="41138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000">
                          <a:effectLst/>
                          <a:latin typeface="+mj-ea"/>
                          <a:ea typeface="+mj-ea"/>
                        </a:rPr>
                        <a:t> </a:t>
                      </a:r>
                      <a:endParaRPr lang="ko-KR" sz="1000">
                        <a:effectLst/>
                        <a:latin typeface="+mj-ea"/>
                        <a:ea typeface="+mj-ea"/>
                        <a:cs typeface="굴림"/>
                      </a:endParaRPr>
                    </a:p>
                  </a:txBody>
                  <a:tcPr marL="41138" marR="41138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000" dirty="0">
                          <a:effectLst/>
                          <a:latin typeface="+mj-ea"/>
                          <a:ea typeface="+mj-ea"/>
                        </a:rPr>
                        <a:t> </a:t>
                      </a:r>
                      <a:endParaRPr lang="ko-KR" sz="1000" dirty="0">
                        <a:effectLst/>
                        <a:latin typeface="+mj-ea"/>
                        <a:ea typeface="+mj-ea"/>
                        <a:cs typeface="굴림"/>
                      </a:endParaRPr>
                    </a:p>
                  </a:txBody>
                  <a:tcPr marL="41138" marR="41138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  <a:tr h="241227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000">
                          <a:effectLst/>
                          <a:latin typeface="+mj-ea"/>
                          <a:ea typeface="+mj-ea"/>
                        </a:rPr>
                        <a:t> </a:t>
                      </a:r>
                      <a:endParaRPr lang="ko-KR" sz="1000">
                        <a:effectLst/>
                        <a:latin typeface="+mj-ea"/>
                        <a:ea typeface="+mj-ea"/>
                        <a:cs typeface="굴림"/>
                      </a:endParaRPr>
                    </a:p>
                  </a:txBody>
                  <a:tcPr marL="41138" marR="41138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000">
                          <a:effectLst/>
                          <a:latin typeface="+mj-ea"/>
                          <a:ea typeface="+mj-ea"/>
                        </a:rPr>
                        <a:t> </a:t>
                      </a:r>
                      <a:endParaRPr lang="ko-KR" sz="1000">
                        <a:effectLst/>
                        <a:latin typeface="+mj-ea"/>
                        <a:ea typeface="+mj-ea"/>
                        <a:cs typeface="굴림"/>
                      </a:endParaRPr>
                    </a:p>
                  </a:txBody>
                  <a:tcPr marL="41138" marR="41138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000">
                          <a:effectLst/>
                          <a:latin typeface="+mj-ea"/>
                          <a:ea typeface="+mj-ea"/>
                        </a:rPr>
                        <a:t> </a:t>
                      </a:r>
                      <a:endParaRPr lang="ko-KR" sz="1000">
                        <a:effectLst/>
                        <a:latin typeface="+mj-ea"/>
                        <a:ea typeface="+mj-ea"/>
                        <a:cs typeface="굴림"/>
                      </a:endParaRPr>
                    </a:p>
                  </a:txBody>
                  <a:tcPr marL="41138" marR="41138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000" dirty="0">
                          <a:effectLst/>
                          <a:latin typeface="+mj-ea"/>
                          <a:ea typeface="+mj-ea"/>
                        </a:rPr>
                        <a:t> </a:t>
                      </a:r>
                      <a:endParaRPr lang="ko-KR" sz="1000" dirty="0">
                        <a:effectLst/>
                        <a:latin typeface="+mj-ea"/>
                        <a:ea typeface="+mj-ea"/>
                        <a:cs typeface="굴림"/>
                      </a:endParaRPr>
                    </a:p>
                  </a:txBody>
                  <a:tcPr marL="41138" marR="41138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000">
                          <a:effectLst/>
                          <a:latin typeface="+mj-ea"/>
                          <a:ea typeface="+mj-ea"/>
                        </a:rPr>
                        <a:t> </a:t>
                      </a:r>
                      <a:endParaRPr lang="ko-KR" sz="1000">
                        <a:effectLst/>
                        <a:latin typeface="+mj-ea"/>
                        <a:ea typeface="+mj-ea"/>
                        <a:cs typeface="굴림"/>
                      </a:endParaRPr>
                    </a:p>
                  </a:txBody>
                  <a:tcPr marL="41138" marR="41138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000" dirty="0">
                          <a:effectLst/>
                          <a:latin typeface="+mj-ea"/>
                          <a:ea typeface="+mj-ea"/>
                        </a:rPr>
                        <a:t> </a:t>
                      </a:r>
                      <a:endParaRPr lang="ko-KR" sz="1000" dirty="0">
                        <a:effectLst/>
                        <a:latin typeface="+mj-ea"/>
                        <a:ea typeface="+mj-ea"/>
                        <a:cs typeface="굴림"/>
                      </a:endParaRPr>
                    </a:p>
                  </a:txBody>
                  <a:tcPr marL="41138" marR="41138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5"/>
                  </a:ext>
                </a:extLst>
              </a:tr>
              <a:tr h="241227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000">
                          <a:effectLst/>
                          <a:latin typeface="+mj-ea"/>
                          <a:ea typeface="+mj-ea"/>
                        </a:rPr>
                        <a:t> </a:t>
                      </a:r>
                      <a:endParaRPr lang="ko-KR" sz="1000">
                        <a:effectLst/>
                        <a:latin typeface="+mj-ea"/>
                        <a:ea typeface="+mj-ea"/>
                        <a:cs typeface="굴림"/>
                      </a:endParaRPr>
                    </a:p>
                  </a:txBody>
                  <a:tcPr marL="41138" marR="41138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000">
                          <a:effectLst/>
                          <a:latin typeface="+mj-ea"/>
                          <a:ea typeface="+mj-ea"/>
                        </a:rPr>
                        <a:t> </a:t>
                      </a:r>
                      <a:endParaRPr lang="ko-KR" sz="1000">
                        <a:effectLst/>
                        <a:latin typeface="+mj-ea"/>
                        <a:ea typeface="+mj-ea"/>
                        <a:cs typeface="굴림"/>
                      </a:endParaRPr>
                    </a:p>
                  </a:txBody>
                  <a:tcPr marL="41138" marR="41138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000">
                          <a:effectLst/>
                          <a:latin typeface="+mj-ea"/>
                          <a:ea typeface="+mj-ea"/>
                        </a:rPr>
                        <a:t> </a:t>
                      </a:r>
                      <a:endParaRPr lang="ko-KR" sz="1000">
                        <a:effectLst/>
                        <a:latin typeface="+mj-ea"/>
                        <a:ea typeface="+mj-ea"/>
                        <a:cs typeface="굴림"/>
                      </a:endParaRPr>
                    </a:p>
                  </a:txBody>
                  <a:tcPr marL="41138" marR="41138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000" dirty="0">
                          <a:effectLst/>
                          <a:latin typeface="+mj-ea"/>
                          <a:ea typeface="+mj-ea"/>
                        </a:rPr>
                        <a:t> </a:t>
                      </a:r>
                      <a:endParaRPr lang="ko-KR" sz="1000" dirty="0">
                        <a:effectLst/>
                        <a:latin typeface="+mj-ea"/>
                        <a:ea typeface="+mj-ea"/>
                        <a:cs typeface="굴림"/>
                      </a:endParaRPr>
                    </a:p>
                  </a:txBody>
                  <a:tcPr marL="41138" marR="41138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000">
                          <a:effectLst/>
                          <a:latin typeface="+mj-ea"/>
                          <a:ea typeface="+mj-ea"/>
                        </a:rPr>
                        <a:t> </a:t>
                      </a:r>
                      <a:endParaRPr lang="ko-KR" sz="1000">
                        <a:effectLst/>
                        <a:latin typeface="+mj-ea"/>
                        <a:ea typeface="+mj-ea"/>
                        <a:cs typeface="굴림"/>
                      </a:endParaRPr>
                    </a:p>
                  </a:txBody>
                  <a:tcPr marL="41138" marR="41138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000" dirty="0">
                          <a:effectLst/>
                          <a:latin typeface="+mj-ea"/>
                          <a:ea typeface="+mj-ea"/>
                        </a:rPr>
                        <a:t> </a:t>
                      </a:r>
                      <a:endParaRPr lang="ko-KR" sz="1000" dirty="0">
                        <a:effectLst/>
                        <a:latin typeface="+mj-ea"/>
                        <a:ea typeface="+mj-ea"/>
                        <a:cs typeface="굴림"/>
                      </a:endParaRPr>
                    </a:p>
                  </a:txBody>
                  <a:tcPr marL="41138" marR="41138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6"/>
                  </a:ext>
                </a:extLst>
              </a:tr>
              <a:tr h="241227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000" dirty="0">
                          <a:effectLst/>
                          <a:latin typeface="+mj-ea"/>
                          <a:ea typeface="+mj-ea"/>
                        </a:rPr>
                        <a:t> </a:t>
                      </a:r>
                      <a:endParaRPr lang="ko-KR" sz="1000" dirty="0">
                        <a:effectLst/>
                        <a:latin typeface="+mj-ea"/>
                        <a:ea typeface="+mj-ea"/>
                        <a:cs typeface="굴림"/>
                      </a:endParaRPr>
                    </a:p>
                  </a:txBody>
                  <a:tcPr marL="41138" marR="41138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000" dirty="0">
                          <a:effectLst/>
                          <a:latin typeface="+mj-ea"/>
                          <a:ea typeface="+mj-ea"/>
                        </a:rPr>
                        <a:t> </a:t>
                      </a:r>
                      <a:endParaRPr lang="ko-KR" sz="1000" dirty="0">
                        <a:effectLst/>
                        <a:latin typeface="+mj-ea"/>
                        <a:ea typeface="+mj-ea"/>
                        <a:cs typeface="굴림"/>
                      </a:endParaRPr>
                    </a:p>
                  </a:txBody>
                  <a:tcPr marL="41138" marR="41138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000">
                          <a:effectLst/>
                          <a:latin typeface="+mj-ea"/>
                          <a:ea typeface="+mj-ea"/>
                        </a:rPr>
                        <a:t> </a:t>
                      </a:r>
                      <a:endParaRPr lang="ko-KR" sz="1000">
                        <a:effectLst/>
                        <a:latin typeface="+mj-ea"/>
                        <a:ea typeface="+mj-ea"/>
                        <a:cs typeface="굴림"/>
                      </a:endParaRPr>
                    </a:p>
                  </a:txBody>
                  <a:tcPr marL="41138" marR="41138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000" dirty="0">
                          <a:effectLst/>
                          <a:latin typeface="+mj-ea"/>
                          <a:ea typeface="+mj-ea"/>
                        </a:rPr>
                        <a:t> </a:t>
                      </a:r>
                      <a:endParaRPr lang="ko-KR" sz="1000" dirty="0">
                        <a:effectLst/>
                        <a:latin typeface="+mj-ea"/>
                        <a:ea typeface="+mj-ea"/>
                        <a:cs typeface="굴림"/>
                      </a:endParaRPr>
                    </a:p>
                  </a:txBody>
                  <a:tcPr marL="41138" marR="41138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000">
                          <a:effectLst/>
                          <a:latin typeface="+mj-ea"/>
                          <a:ea typeface="+mj-ea"/>
                        </a:rPr>
                        <a:t> </a:t>
                      </a:r>
                      <a:endParaRPr lang="ko-KR" sz="1000">
                        <a:effectLst/>
                        <a:latin typeface="+mj-ea"/>
                        <a:ea typeface="+mj-ea"/>
                        <a:cs typeface="굴림"/>
                      </a:endParaRPr>
                    </a:p>
                  </a:txBody>
                  <a:tcPr marL="41138" marR="41138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000" dirty="0">
                          <a:effectLst/>
                          <a:latin typeface="+mj-ea"/>
                          <a:ea typeface="+mj-ea"/>
                        </a:rPr>
                        <a:t> </a:t>
                      </a:r>
                      <a:endParaRPr lang="ko-KR" sz="1000" dirty="0">
                        <a:effectLst/>
                        <a:latin typeface="+mj-ea"/>
                        <a:ea typeface="+mj-ea"/>
                        <a:cs typeface="굴림"/>
                      </a:endParaRPr>
                    </a:p>
                  </a:txBody>
                  <a:tcPr marL="41138" marR="41138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7"/>
                  </a:ext>
                </a:extLst>
              </a:tr>
            </a:tbl>
          </a:graphicData>
        </a:graphic>
      </p:graphicFrame>
      <p:sp>
        <p:nvSpPr>
          <p:cNvPr id="69" name="Rectangle 1"/>
          <p:cNvSpPr>
            <a:spLocks noChangeArrowheads="1"/>
          </p:cNvSpPr>
          <p:nvPr/>
        </p:nvSpPr>
        <p:spPr bwMode="auto">
          <a:xfrm>
            <a:off x="272480" y="378956"/>
            <a:ext cx="1005403" cy="33855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fontAlgn="base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굴림" pitchFamily="50" charset="-127"/>
              </a:defRPr>
            </a:lvl1pPr>
            <a:lvl2pPr fontAlgn="base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굴림" pitchFamily="50" charset="-127"/>
              </a:defRPr>
            </a:lvl2pPr>
            <a:lvl3pPr fontAlgn="base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굴림" pitchFamily="50" charset="-127"/>
              </a:defRPr>
            </a:lvl3pPr>
            <a:lvl4pPr fontAlgn="base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굴림" pitchFamily="50" charset="-127"/>
              </a:defRPr>
            </a:lvl4pPr>
            <a:lvl5pPr fontAlgn="base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굴림" pitchFamily="50" charset="-127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굴림" pitchFamily="50" charset="-127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굴림" pitchFamily="50" charset="-127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굴림" pitchFamily="50" charset="-127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굴림" pitchFamily="50" charset="-127"/>
              </a:defRPr>
            </a:lvl9pPr>
          </a:lstStyle>
          <a:p>
            <a:pPr marL="0" marR="0" lvl="0" indent="0" algn="l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ko-KR" altLang="ko-KR" sz="1600" b="1" i="0" u="sng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맑은 고딕" pitchFamily="50" charset="-127"/>
                <a:ea typeface="맑은 고딕" pitchFamily="50" charset="-127"/>
                <a:cs typeface="굴림" pitchFamily="50" charset="-127"/>
              </a:rPr>
              <a:t>개정이력</a:t>
            </a:r>
            <a:endParaRPr kumimoji="1" lang="ko-KR" altLang="ko-KR" sz="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굴림" pitchFamily="50" charset="-127"/>
              <a:ea typeface="굴림" pitchFamily="50" charset="-127"/>
              <a:cs typeface="굴림" pitchFamily="50" charset="-127"/>
            </a:endParaRPr>
          </a:p>
        </p:txBody>
      </p:sp>
      <p:sp>
        <p:nvSpPr>
          <p:cNvPr id="70" name="직사각형 69"/>
          <p:cNvSpPr/>
          <p:nvPr/>
        </p:nvSpPr>
        <p:spPr>
          <a:xfrm>
            <a:off x="200472" y="6021288"/>
            <a:ext cx="9289032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eaLnBrk="0" fontAlgn="base" latinLnBrk="0" hangingPunct="0">
              <a:spcBef>
                <a:spcPct val="0"/>
              </a:spcBef>
              <a:spcAft>
                <a:spcPct val="0"/>
              </a:spcAft>
            </a:pPr>
            <a:r>
              <a:rPr kumimoji="1" lang="ko-KR" altLang="en-US" sz="9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ea"/>
                <a:cs typeface="굴림" pitchFamily="50" charset="-127"/>
              </a:rPr>
              <a:t>* 문서 버전 </a:t>
            </a:r>
            <a:r>
              <a:rPr kumimoji="1" lang="en-US" altLang="ko-KR" sz="9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ea"/>
                <a:cs typeface="굴림" pitchFamily="50" charset="-127"/>
              </a:rPr>
              <a:t>: </a:t>
            </a:r>
            <a:r>
              <a:rPr kumimoji="1" lang="ko-KR" altLang="en-US" sz="9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ea"/>
                <a:cs typeface="굴림" pitchFamily="50" charset="-127"/>
              </a:rPr>
              <a:t>최초 버전은 </a:t>
            </a:r>
            <a:r>
              <a:rPr kumimoji="1" lang="en-US" altLang="ko-KR" sz="9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ea"/>
                <a:cs typeface="굴림" pitchFamily="50" charset="-127"/>
              </a:rPr>
              <a:t>1.0</a:t>
            </a:r>
            <a:r>
              <a:rPr kumimoji="1" lang="ko-KR" altLang="en-US" sz="9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ea"/>
                <a:cs typeface="굴림" pitchFamily="50" charset="-127"/>
              </a:rPr>
              <a:t>으로 시작하되</a:t>
            </a:r>
            <a:r>
              <a:rPr kumimoji="1" lang="en-US" altLang="ko-KR" sz="9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ea"/>
                <a:cs typeface="굴림" pitchFamily="50" charset="-127"/>
              </a:rPr>
              <a:t>, </a:t>
            </a:r>
            <a:r>
              <a:rPr kumimoji="1" lang="ko-KR" altLang="en-US" sz="9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ea"/>
                <a:cs typeface="굴림" pitchFamily="50" charset="-127"/>
              </a:rPr>
              <a:t>변경 사항이 오류수정 등 미비할 경우 소수점 자리</a:t>
            </a:r>
            <a:r>
              <a:rPr kumimoji="1" lang="en-US" altLang="ko-KR" sz="9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ea"/>
                <a:cs typeface="굴림" pitchFamily="50" charset="-127"/>
              </a:rPr>
              <a:t>, </a:t>
            </a:r>
            <a:r>
              <a:rPr kumimoji="1" lang="ko-KR" altLang="en-US" sz="9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ea"/>
                <a:cs typeface="굴림" pitchFamily="50" charset="-127"/>
              </a:rPr>
              <a:t>내용 추가 등 중대한 변경이 발생한 경우는 정수 자리의 버전 번호 증가로 구분    </a:t>
            </a:r>
          </a:p>
          <a:p>
            <a:pPr lvl="0" eaLnBrk="0" fontAlgn="base" latinLnBrk="0" hangingPunct="0">
              <a:spcBef>
                <a:spcPct val="0"/>
              </a:spcBef>
              <a:spcAft>
                <a:spcPct val="0"/>
              </a:spcAft>
            </a:pPr>
            <a:r>
              <a:rPr kumimoji="1" lang="ko-KR" altLang="en-US" sz="9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ea"/>
                <a:cs typeface="굴림" pitchFamily="50" charset="-127"/>
              </a:rPr>
              <a:t>* 변경 사유 </a:t>
            </a:r>
            <a:r>
              <a:rPr kumimoji="1" lang="en-US" altLang="ko-KR" sz="9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ea"/>
                <a:cs typeface="굴림" pitchFamily="50" charset="-127"/>
              </a:rPr>
              <a:t>: </a:t>
            </a:r>
            <a:r>
              <a:rPr kumimoji="1" lang="ko-KR" altLang="en-US" sz="9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ea"/>
                <a:cs typeface="굴림" pitchFamily="50" charset="-127"/>
              </a:rPr>
              <a:t>최초작성</a:t>
            </a:r>
            <a:r>
              <a:rPr kumimoji="1" lang="en-US" altLang="ko-KR" sz="9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ea"/>
                <a:cs typeface="굴림" pitchFamily="50" charset="-127"/>
              </a:rPr>
              <a:t>/</a:t>
            </a:r>
            <a:r>
              <a:rPr kumimoji="1" lang="ko-KR" altLang="en-US" sz="9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ea"/>
                <a:cs typeface="굴림" pitchFamily="50" charset="-127"/>
              </a:rPr>
              <a:t>내용수정</a:t>
            </a:r>
            <a:r>
              <a:rPr kumimoji="1" lang="en-US" altLang="ko-KR" sz="9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ea"/>
                <a:cs typeface="굴림" pitchFamily="50" charset="-127"/>
              </a:rPr>
              <a:t>/</a:t>
            </a:r>
            <a:r>
              <a:rPr kumimoji="1" lang="ko-KR" altLang="en-US" sz="9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ea"/>
                <a:cs typeface="굴림" pitchFamily="50" charset="-127"/>
              </a:rPr>
              <a:t>내용추가</a:t>
            </a:r>
            <a:r>
              <a:rPr kumimoji="1" lang="en-US" altLang="ko-KR" sz="9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ea"/>
                <a:cs typeface="굴림" pitchFamily="50" charset="-127"/>
              </a:rPr>
              <a:t>/</a:t>
            </a:r>
            <a:r>
              <a:rPr kumimoji="1" lang="ko-KR" altLang="en-US" sz="9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ea"/>
                <a:cs typeface="굴림" pitchFamily="50" charset="-127"/>
              </a:rPr>
              <a:t>내용삭제로 구분하여 기입</a:t>
            </a:r>
          </a:p>
        </p:txBody>
      </p:sp>
    </p:spTree>
    <p:extLst>
      <p:ext uri="{BB962C8B-B14F-4D97-AF65-F5344CB8AC3E}">
        <p14:creationId xmlns:p14="http://schemas.microsoft.com/office/powerpoint/2010/main" val="384103556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표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79524160"/>
              </p:ext>
            </p:extLst>
          </p:nvPr>
        </p:nvGraphicFramePr>
        <p:xfrm>
          <a:off x="7340221" y="1040381"/>
          <a:ext cx="2475275" cy="206248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873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21653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81876"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700" dirty="0" err="1">
                          <a:solidFill>
                            <a:schemeClr val="tx1"/>
                          </a:solidFill>
                        </a:rPr>
                        <a:t>주요설명</a:t>
                      </a:r>
                      <a:endParaRPr lang="ko-KR" altLang="en-US" sz="700" dirty="0">
                        <a:solidFill>
                          <a:schemeClr val="tx1"/>
                        </a:solidFill>
                      </a:endParaRPr>
                    </a:p>
                  </a:txBody>
                  <a:tcPr marL="36000" marR="36000" anchor="ctr">
                    <a:lnL w="952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900" dirty="0"/>
                    </a:p>
                  </a:txBody>
                  <a:tcPr marL="36000" marR="36000" anchor="ctr">
                    <a:lnT w="952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32585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dirty="0">
                          <a:solidFill>
                            <a:schemeClr val="bg1"/>
                          </a:solidFill>
                        </a:rPr>
                        <a:t>1</a:t>
                      </a:r>
                      <a:endParaRPr lang="ko-KR" altLang="en-US" sz="700" dirty="0">
                        <a:solidFill>
                          <a:schemeClr val="bg1"/>
                        </a:solidFill>
                      </a:endParaRPr>
                    </a:p>
                  </a:txBody>
                  <a:tcPr marL="36000" marR="36000" anchor="ctr">
                    <a:lnL w="952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779252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700" dirty="0"/>
                    </a:p>
                  </a:txBody>
                  <a:tcPr marL="36000" marR="36000" anchor="ctr">
                    <a:lnL w="952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13727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dirty="0">
                          <a:solidFill>
                            <a:schemeClr val="bg1"/>
                          </a:solidFill>
                        </a:rPr>
                        <a:t>2</a:t>
                      </a:r>
                      <a:endParaRPr lang="ko-KR" altLang="en-US" sz="700" dirty="0">
                        <a:solidFill>
                          <a:schemeClr val="bg1"/>
                        </a:solidFill>
                      </a:endParaRPr>
                    </a:p>
                  </a:txBody>
                  <a:tcPr marL="36000" marR="36000" anchor="ctr">
                    <a:lnL w="952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779252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700" dirty="0"/>
                    </a:p>
                  </a:txBody>
                  <a:tcPr marL="36000" marR="36000" anchor="ctr">
                    <a:lnL w="952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38923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dirty="0">
                          <a:solidFill>
                            <a:schemeClr val="bg1"/>
                          </a:solidFill>
                        </a:rPr>
                        <a:t>3</a:t>
                      </a:r>
                      <a:endParaRPr lang="ko-KR" altLang="en-US" sz="700" dirty="0">
                        <a:solidFill>
                          <a:schemeClr val="bg1"/>
                        </a:solidFill>
                      </a:endParaRPr>
                    </a:p>
                  </a:txBody>
                  <a:tcPr marL="36000" marR="36000" anchor="ctr">
                    <a:lnL w="952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700" dirty="0"/>
                    </a:p>
                  </a:txBody>
                  <a:tcPr marL="36000" marR="36000">
                    <a:lnL w="952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50342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dirty="0">
                          <a:solidFill>
                            <a:schemeClr val="bg1"/>
                          </a:solidFill>
                        </a:rPr>
                        <a:t>4</a:t>
                      </a:r>
                      <a:endParaRPr lang="ko-KR" altLang="en-US" sz="700" dirty="0">
                        <a:solidFill>
                          <a:schemeClr val="bg1"/>
                        </a:solidFill>
                      </a:endParaRPr>
                    </a:p>
                  </a:txBody>
                  <a:tcPr marL="36000" marR="36000" anchor="ctr">
                    <a:lnL w="952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700" dirty="0"/>
                    </a:p>
                  </a:txBody>
                  <a:tcPr marL="36000" marR="36000" anchor="ctr">
                    <a:lnL w="952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38923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dirty="0">
                          <a:solidFill>
                            <a:schemeClr val="bg1"/>
                          </a:solidFill>
                        </a:rPr>
                        <a:t>5</a:t>
                      </a:r>
                      <a:endParaRPr lang="ko-KR" altLang="en-US" sz="700" dirty="0">
                        <a:solidFill>
                          <a:schemeClr val="bg1"/>
                        </a:solidFill>
                      </a:endParaRPr>
                    </a:p>
                  </a:txBody>
                  <a:tcPr marL="36000" marR="36000" anchor="ctr">
                    <a:lnL w="952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700" dirty="0"/>
                    </a:p>
                  </a:txBody>
                  <a:tcPr marL="36000" marR="36000" anchor="ctr">
                    <a:lnL w="952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4940091"/>
                  </a:ext>
                </a:extLst>
              </a:tr>
              <a:tr h="138923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dirty="0">
                          <a:solidFill>
                            <a:schemeClr val="bg1"/>
                          </a:solidFill>
                        </a:rPr>
                        <a:t>6</a:t>
                      </a:r>
                      <a:endParaRPr lang="ko-KR" altLang="en-US" sz="700" dirty="0">
                        <a:solidFill>
                          <a:schemeClr val="bg1"/>
                        </a:solidFill>
                      </a:endParaRPr>
                    </a:p>
                  </a:txBody>
                  <a:tcPr marL="36000" marR="36000" anchor="ctr">
                    <a:lnL w="952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700" dirty="0"/>
                    </a:p>
                  </a:txBody>
                  <a:tcPr marL="36000" marR="36000" anchor="ctr">
                    <a:lnL w="952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75249605"/>
                  </a:ext>
                </a:extLst>
              </a:tr>
              <a:tr h="213727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b="0" dirty="0">
                          <a:solidFill>
                            <a:schemeClr val="bg1"/>
                          </a:solidFill>
                        </a:rPr>
                        <a:t>7</a:t>
                      </a:r>
                      <a:endParaRPr lang="ko-KR" altLang="en-US" sz="700" b="0" dirty="0">
                        <a:solidFill>
                          <a:schemeClr val="bg1"/>
                        </a:solidFill>
                      </a:endParaRPr>
                    </a:p>
                  </a:txBody>
                  <a:tcPr marL="36000" marR="36000" anchor="ctr">
                    <a:lnL w="952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700" b="0" dirty="0"/>
                    </a:p>
                  </a:txBody>
                  <a:tcPr marL="36000" marR="36000" anchor="ctr">
                    <a:lnL w="952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87983697"/>
                  </a:ext>
                </a:extLst>
              </a:tr>
              <a:tr h="138923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b="0" dirty="0">
                          <a:solidFill>
                            <a:schemeClr val="bg1"/>
                          </a:solidFill>
                        </a:rPr>
                        <a:t>8</a:t>
                      </a:r>
                      <a:endParaRPr lang="ko-KR" altLang="en-US" sz="700" b="0" dirty="0">
                        <a:solidFill>
                          <a:schemeClr val="bg1"/>
                        </a:solidFill>
                      </a:endParaRPr>
                    </a:p>
                  </a:txBody>
                  <a:tcPr marL="36000" marR="36000" anchor="ctr">
                    <a:lnL w="952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700" b="0" dirty="0"/>
                    </a:p>
                  </a:txBody>
                  <a:tcPr marL="36000" marR="36000" anchor="ctr">
                    <a:lnL w="952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7432640"/>
                  </a:ext>
                </a:extLst>
              </a:tr>
              <a:tr h="213727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b="0" dirty="0">
                          <a:solidFill>
                            <a:schemeClr val="bg1"/>
                          </a:solidFill>
                        </a:rPr>
                        <a:t>9</a:t>
                      </a:r>
                      <a:endParaRPr lang="ko-KR" altLang="en-US" sz="700" b="0" dirty="0">
                        <a:solidFill>
                          <a:schemeClr val="bg1"/>
                        </a:solidFill>
                      </a:endParaRPr>
                    </a:p>
                  </a:txBody>
                  <a:tcPr marL="36000" marR="36000" anchor="ctr">
                    <a:lnL w="952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700" dirty="0"/>
                    </a:p>
                  </a:txBody>
                  <a:tcPr marL="36000" marR="36000" anchor="ctr">
                    <a:lnL w="952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95420612"/>
                  </a:ext>
                </a:extLst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7943849" y="140969"/>
            <a:ext cx="1869281" cy="123111"/>
          </a:xfrm>
          <a:prstGeom prst="rect">
            <a:avLst/>
          </a:prstGeom>
          <a:noFill/>
        </p:spPr>
        <p:txBody>
          <a:bodyPr wrap="square" lIns="36000" tIns="0" rIns="36000" bIns="0" rtlCol="0">
            <a:spAutoFit/>
          </a:bodyPr>
          <a:lstStyle/>
          <a:p>
            <a:pPr defTabSz="779252">
              <a:defRPr/>
            </a:pPr>
            <a:r>
              <a:rPr lang="ko-KR" altLang="en-US" sz="800" dirty="0"/>
              <a:t>공간정보</a:t>
            </a:r>
          </a:p>
        </p:txBody>
      </p:sp>
      <p:graphicFrame>
        <p:nvGraphicFramePr>
          <p:cNvPr id="63" name="표 6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43485705"/>
              </p:ext>
            </p:extLst>
          </p:nvPr>
        </p:nvGraphicFramePr>
        <p:xfrm>
          <a:off x="7340222" y="3200626"/>
          <a:ext cx="2475275" cy="203005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873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21653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02144"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700" dirty="0" err="1">
                          <a:solidFill>
                            <a:schemeClr val="tx1"/>
                          </a:solidFill>
                        </a:rPr>
                        <a:t>항목정의</a:t>
                      </a:r>
                      <a:endParaRPr lang="ko-KR" altLang="en-US" sz="700" dirty="0">
                        <a:solidFill>
                          <a:schemeClr val="tx1"/>
                        </a:solidFill>
                      </a:endParaRPr>
                    </a:p>
                  </a:txBody>
                  <a:tcPr marL="36000" marR="36000" anchor="ctr">
                    <a:lnL w="952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900" dirty="0"/>
                    </a:p>
                  </a:txBody>
                  <a:tcPr marL="36000" marR="36000" anchor="ctr">
                    <a:lnT w="952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43348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dirty="0">
                          <a:solidFill>
                            <a:schemeClr val="bg1"/>
                          </a:solidFill>
                        </a:rPr>
                        <a:t>1</a:t>
                      </a:r>
                      <a:endParaRPr lang="ko-KR" altLang="en-US" sz="700" dirty="0">
                        <a:solidFill>
                          <a:schemeClr val="bg1"/>
                        </a:solidFill>
                      </a:endParaRPr>
                    </a:p>
                  </a:txBody>
                  <a:tcPr marL="36000" marR="36000" anchor="ctr">
                    <a:lnL w="952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779252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700" dirty="0"/>
                    </a:p>
                  </a:txBody>
                  <a:tcPr marL="36000" marR="36000" anchor="ctr">
                    <a:lnL w="952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20536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dirty="0">
                          <a:solidFill>
                            <a:schemeClr val="bg1"/>
                          </a:solidFill>
                        </a:rPr>
                        <a:t>2</a:t>
                      </a:r>
                      <a:endParaRPr lang="ko-KR" altLang="en-US" sz="700" dirty="0">
                        <a:solidFill>
                          <a:schemeClr val="bg1"/>
                        </a:solidFill>
                      </a:endParaRPr>
                    </a:p>
                  </a:txBody>
                  <a:tcPr marL="36000" marR="36000" anchor="ctr">
                    <a:lnL w="952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779252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700" dirty="0"/>
                    </a:p>
                  </a:txBody>
                  <a:tcPr marL="36000" marR="36000" anchor="ctr">
                    <a:lnL w="952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78496699"/>
                  </a:ext>
                </a:extLst>
              </a:tr>
              <a:tr h="220536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dirty="0">
                          <a:solidFill>
                            <a:schemeClr val="bg1"/>
                          </a:solidFill>
                        </a:rPr>
                        <a:t>3</a:t>
                      </a:r>
                      <a:endParaRPr lang="ko-KR" altLang="en-US" sz="700" dirty="0">
                        <a:solidFill>
                          <a:schemeClr val="bg1"/>
                        </a:solidFill>
                      </a:endParaRPr>
                    </a:p>
                  </a:txBody>
                  <a:tcPr marL="36000" marR="36000" anchor="ctr">
                    <a:lnL w="952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779252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700" dirty="0"/>
                    </a:p>
                  </a:txBody>
                  <a:tcPr marL="36000" marR="36000" anchor="ctr">
                    <a:lnL w="952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74657358"/>
                  </a:ext>
                </a:extLst>
              </a:tr>
              <a:tr h="143348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dirty="0">
                          <a:solidFill>
                            <a:schemeClr val="bg1"/>
                          </a:solidFill>
                        </a:rPr>
                        <a:t>4</a:t>
                      </a:r>
                      <a:endParaRPr lang="ko-KR" altLang="en-US" sz="700" dirty="0">
                        <a:solidFill>
                          <a:schemeClr val="bg1"/>
                        </a:solidFill>
                      </a:endParaRPr>
                    </a:p>
                  </a:txBody>
                  <a:tcPr marL="36000" marR="36000" anchor="ctr">
                    <a:lnL w="952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779252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700" dirty="0"/>
                    </a:p>
                  </a:txBody>
                  <a:tcPr marL="36000" marR="36000" anchor="ctr">
                    <a:lnL w="952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85883552"/>
                  </a:ext>
                </a:extLst>
              </a:tr>
              <a:tr h="143348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dirty="0">
                          <a:solidFill>
                            <a:schemeClr val="bg1"/>
                          </a:solidFill>
                        </a:rPr>
                        <a:t>5</a:t>
                      </a:r>
                      <a:endParaRPr lang="ko-KR" altLang="en-US" sz="700" dirty="0">
                        <a:solidFill>
                          <a:schemeClr val="bg1"/>
                        </a:solidFill>
                      </a:endParaRPr>
                    </a:p>
                  </a:txBody>
                  <a:tcPr marL="36000" marR="36000" anchor="ctr">
                    <a:lnL w="952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779252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700" dirty="0"/>
                    </a:p>
                  </a:txBody>
                  <a:tcPr marL="36000" marR="36000" anchor="ctr">
                    <a:lnL w="952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17954222"/>
                  </a:ext>
                </a:extLst>
              </a:tr>
              <a:tr h="143348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dirty="0">
                          <a:solidFill>
                            <a:schemeClr val="bg1"/>
                          </a:solidFill>
                        </a:rPr>
                        <a:t>6</a:t>
                      </a:r>
                      <a:endParaRPr lang="ko-KR" altLang="en-US" sz="700" dirty="0">
                        <a:solidFill>
                          <a:schemeClr val="bg1"/>
                        </a:solidFill>
                      </a:endParaRPr>
                    </a:p>
                  </a:txBody>
                  <a:tcPr marL="36000" marR="36000" anchor="ctr">
                    <a:lnL w="952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779252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700" dirty="0"/>
                    </a:p>
                  </a:txBody>
                  <a:tcPr marL="36000" marR="36000" anchor="ctr">
                    <a:lnL w="952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64582118"/>
                  </a:ext>
                </a:extLst>
              </a:tr>
              <a:tr h="143348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dirty="0">
                          <a:solidFill>
                            <a:schemeClr val="bg1"/>
                          </a:solidFill>
                        </a:rPr>
                        <a:t>7</a:t>
                      </a:r>
                      <a:endParaRPr lang="ko-KR" altLang="en-US" sz="700" dirty="0">
                        <a:solidFill>
                          <a:schemeClr val="bg1"/>
                        </a:solidFill>
                      </a:endParaRPr>
                    </a:p>
                  </a:txBody>
                  <a:tcPr marL="36000" marR="36000" anchor="ctr">
                    <a:lnL w="952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779252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700" dirty="0"/>
                    </a:p>
                  </a:txBody>
                  <a:tcPr marL="36000" marR="36000" anchor="ctr">
                    <a:lnL w="952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13639997"/>
                  </a:ext>
                </a:extLst>
              </a:tr>
              <a:tr h="143348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dirty="0">
                          <a:solidFill>
                            <a:schemeClr val="bg1"/>
                          </a:solidFill>
                        </a:rPr>
                        <a:t>8</a:t>
                      </a:r>
                      <a:endParaRPr lang="ko-KR" altLang="en-US" sz="700" dirty="0">
                        <a:solidFill>
                          <a:schemeClr val="bg1"/>
                        </a:solidFill>
                      </a:endParaRPr>
                    </a:p>
                  </a:txBody>
                  <a:tcPr marL="36000" marR="36000" anchor="ctr">
                    <a:lnL w="952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779252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700" dirty="0"/>
                    </a:p>
                  </a:txBody>
                  <a:tcPr marL="36000" marR="36000" anchor="ctr">
                    <a:lnL w="952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143348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dirty="0">
                          <a:solidFill>
                            <a:schemeClr val="bg1"/>
                          </a:solidFill>
                        </a:rPr>
                        <a:t>9</a:t>
                      </a:r>
                      <a:endParaRPr lang="ko-KR" altLang="en-US" sz="700" dirty="0">
                        <a:solidFill>
                          <a:schemeClr val="bg1"/>
                        </a:solidFill>
                      </a:endParaRPr>
                    </a:p>
                  </a:txBody>
                  <a:tcPr marL="36000" marR="36000" anchor="ctr">
                    <a:lnL w="952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779252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700" dirty="0"/>
                    </a:p>
                  </a:txBody>
                  <a:tcPr marL="36000" marR="36000" anchor="ctr">
                    <a:lnL w="952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  <p:sp>
        <p:nvSpPr>
          <p:cNvPr id="53" name="TextBox 52">
            <a:extLst>
              <a:ext uri="{FF2B5EF4-FFF2-40B4-BE49-F238E27FC236}">
                <a16:creationId xmlns:a16="http://schemas.microsoft.com/office/drawing/2014/main" id="{D6F3EC50-81E6-46E5-B90F-B80522F51FCD}"/>
              </a:ext>
            </a:extLst>
          </p:cNvPr>
          <p:cNvSpPr txBox="1"/>
          <p:nvPr/>
        </p:nvSpPr>
        <p:spPr>
          <a:xfrm>
            <a:off x="848544" y="140969"/>
            <a:ext cx="1404156" cy="123111"/>
          </a:xfrm>
          <a:prstGeom prst="rect">
            <a:avLst/>
          </a:prstGeom>
          <a:noFill/>
        </p:spPr>
        <p:txBody>
          <a:bodyPr wrap="square" lIns="36000" tIns="0" rIns="36000" bIns="0" rtlCol="0">
            <a:spAutoFit/>
          </a:bodyPr>
          <a:lstStyle/>
          <a:p>
            <a:pPr defTabSz="779252">
              <a:defRPr/>
            </a:pPr>
            <a:r>
              <a:rPr lang="ko-KR" altLang="en-US" sz="800" dirty="0"/>
              <a:t>공간정보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AEC6DB43-4473-4D05-B473-F4233871DED5}"/>
              </a:ext>
            </a:extLst>
          </p:cNvPr>
          <p:cNvSpPr txBox="1"/>
          <p:nvPr/>
        </p:nvSpPr>
        <p:spPr>
          <a:xfrm>
            <a:off x="2829780" y="140969"/>
            <a:ext cx="4355468" cy="123111"/>
          </a:xfrm>
          <a:prstGeom prst="rect">
            <a:avLst/>
          </a:prstGeom>
          <a:noFill/>
        </p:spPr>
        <p:txBody>
          <a:bodyPr wrap="square" lIns="36000" tIns="0" rIns="36000" bIns="0" rtlCol="0">
            <a:spAutoFit/>
          </a:bodyPr>
          <a:lstStyle/>
          <a:p>
            <a:pPr defTabSz="779252">
              <a:defRPr/>
            </a:pPr>
            <a:r>
              <a:rPr lang="ko-KR" altLang="en-US" sz="800" dirty="0"/>
              <a:t>홈 </a:t>
            </a:r>
            <a:r>
              <a:rPr lang="en-US" altLang="ko-KR" sz="800" dirty="0"/>
              <a:t>&gt; </a:t>
            </a:r>
            <a:r>
              <a:rPr lang="ko-KR" altLang="en-US" sz="800" dirty="0"/>
              <a:t>공간정보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913B4902-5FD5-43FC-9CEF-023904947F31}"/>
              </a:ext>
            </a:extLst>
          </p:cNvPr>
          <p:cNvSpPr txBox="1"/>
          <p:nvPr/>
        </p:nvSpPr>
        <p:spPr>
          <a:xfrm>
            <a:off x="7943849" y="383584"/>
            <a:ext cx="1869281" cy="123111"/>
          </a:xfrm>
          <a:prstGeom prst="rect">
            <a:avLst/>
          </a:prstGeom>
          <a:noFill/>
        </p:spPr>
        <p:txBody>
          <a:bodyPr wrap="square" lIns="36000" tIns="0" rIns="36000" bIns="0" rtlCol="0">
            <a:spAutoFit/>
          </a:bodyPr>
          <a:lstStyle/>
          <a:p>
            <a:pPr defTabSz="779252">
              <a:defRPr/>
            </a:pPr>
            <a:r>
              <a:rPr lang="en-US" altLang="ko-KR" sz="800" dirty="0"/>
              <a:t>-</a:t>
            </a:r>
            <a:endParaRPr lang="ko-KR" altLang="en-US" sz="800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EB217AD2-8D30-46AA-94CE-BD7699A625C1}"/>
              </a:ext>
            </a:extLst>
          </p:cNvPr>
          <p:cNvSpPr txBox="1"/>
          <p:nvPr/>
        </p:nvSpPr>
        <p:spPr>
          <a:xfrm>
            <a:off x="7896798" y="548968"/>
            <a:ext cx="1814825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800" dirty="0"/>
              <a:t>-</a:t>
            </a: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4798F4A0-D6E6-1153-2E4E-31D4A1D9FA9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2948" y="1440338"/>
            <a:ext cx="6750075" cy="36514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7531499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875F624-B121-902D-46A1-3DF13E90A0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표 3">
            <a:extLst>
              <a:ext uri="{FF2B5EF4-FFF2-40B4-BE49-F238E27FC236}">
                <a16:creationId xmlns:a16="http://schemas.microsoft.com/office/drawing/2014/main" id="{8991A4CD-A3E1-B2F0-ADE1-AC4D4ECBD2AC}"/>
              </a:ext>
            </a:extLst>
          </p:cNvPr>
          <p:cNvGraphicFramePr>
            <a:graphicFrameLocks noGrp="1"/>
          </p:cNvGraphicFramePr>
          <p:nvPr/>
        </p:nvGraphicFramePr>
        <p:xfrm>
          <a:off x="7340221" y="1040381"/>
          <a:ext cx="2475275" cy="206248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873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21653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81876"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700" dirty="0" err="1">
                          <a:solidFill>
                            <a:schemeClr val="tx1"/>
                          </a:solidFill>
                        </a:rPr>
                        <a:t>주요설명</a:t>
                      </a:r>
                      <a:endParaRPr lang="ko-KR" altLang="en-US" sz="700" dirty="0">
                        <a:solidFill>
                          <a:schemeClr val="tx1"/>
                        </a:solidFill>
                      </a:endParaRPr>
                    </a:p>
                  </a:txBody>
                  <a:tcPr marL="36000" marR="36000" anchor="ctr">
                    <a:lnL w="952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900" dirty="0"/>
                    </a:p>
                  </a:txBody>
                  <a:tcPr marL="36000" marR="36000" anchor="ctr">
                    <a:lnT w="952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32585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dirty="0">
                          <a:solidFill>
                            <a:schemeClr val="bg1"/>
                          </a:solidFill>
                        </a:rPr>
                        <a:t>1</a:t>
                      </a:r>
                      <a:endParaRPr lang="ko-KR" altLang="en-US" sz="700" dirty="0">
                        <a:solidFill>
                          <a:schemeClr val="bg1"/>
                        </a:solidFill>
                      </a:endParaRPr>
                    </a:p>
                  </a:txBody>
                  <a:tcPr marL="36000" marR="36000" anchor="ctr">
                    <a:lnL w="952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779252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700" dirty="0"/>
                    </a:p>
                  </a:txBody>
                  <a:tcPr marL="36000" marR="36000" anchor="ctr">
                    <a:lnL w="952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13727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dirty="0">
                          <a:solidFill>
                            <a:schemeClr val="bg1"/>
                          </a:solidFill>
                        </a:rPr>
                        <a:t>2</a:t>
                      </a:r>
                      <a:endParaRPr lang="ko-KR" altLang="en-US" sz="700" dirty="0">
                        <a:solidFill>
                          <a:schemeClr val="bg1"/>
                        </a:solidFill>
                      </a:endParaRPr>
                    </a:p>
                  </a:txBody>
                  <a:tcPr marL="36000" marR="36000" anchor="ctr">
                    <a:lnL w="952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779252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700" dirty="0"/>
                    </a:p>
                  </a:txBody>
                  <a:tcPr marL="36000" marR="36000" anchor="ctr">
                    <a:lnL w="952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38923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dirty="0">
                          <a:solidFill>
                            <a:schemeClr val="bg1"/>
                          </a:solidFill>
                        </a:rPr>
                        <a:t>3</a:t>
                      </a:r>
                      <a:endParaRPr lang="ko-KR" altLang="en-US" sz="700" dirty="0">
                        <a:solidFill>
                          <a:schemeClr val="bg1"/>
                        </a:solidFill>
                      </a:endParaRPr>
                    </a:p>
                  </a:txBody>
                  <a:tcPr marL="36000" marR="36000" anchor="ctr">
                    <a:lnL w="952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700" dirty="0"/>
                    </a:p>
                  </a:txBody>
                  <a:tcPr marL="36000" marR="36000">
                    <a:lnL w="952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50342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dirty="0">
                          <a:solidFill>
                            <a:schemeClr val="bg1"/>
                          </a:solidFill>
                        </a:rPr>
                        <a:t>4</a:t>
                      </a:r>
                      <a:endParaRPr lang="ko-KR" altLang="en-US" sz="700" dirty="0">
                        <a:solidFill>
                          <a:schemeClr val="bg1"/>
                        </a:solidFill>
                      </a:endParaRPr>
                    </a:p>
                  </a:txBody>
                  <a:tcPr marL="36000" marR="36000" anchor="ctr">
                    <a:lnL w="952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700" dirty="0"/>
                    </a:p>
                  </a:txBody>
                  <a:tcPr marL="36000" marR="36000" anchor="ctr">
                    <a:lnL w="952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38923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dirty="0">
                          <a:solidFill>
                            <a:schemeClr val="bg1"/>
                          </a:solidFill>
                        </a:rPr>
                        <a:t>5</a:t>
                      </a:r>
                      <a:endParaRPr lang="ko-KR" altLang="en-US" sz="700" dirty="0">
                        <a:solidFill>
                          <a:schemeClr val="bg1"/>
                        </a:solidFill>
                      </a:endParaRPr>
                    </a:p>
                  </a:txBody>
                  <a:tcPr marL="36000" marR="36000" anchor="ctr">
                    <a:lnL w="952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700" dirty="0"/>
                    </a:p>
                  </a:txBody>
                  <a:tcPr marL="36000" marR="36000" anchor="ctr">
                    <a:lnL w="952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4940091"/>
                  </a:ext>
                </a:extLst>
              </a:tr>
              <a:tr h="138923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dirty="0">
                          <a:solidFill>
                            <a:schemeClr val="bg1"/>
                          </a:solidFill>
                        </a:rPr>
                        <a:t>6</a:t>
                      </a:r>
                      <a:endParaRPr lang="ko-KR" altLang="en-US" sz="700" dirty="0">
                        <a:solidFill>
                          <a:schemeClr val="bg1"/>
                        </a:solidFill>
                      </a:endParaRPr>
                    </a:p>
                  </a:txBody>
                  <a:tcPr marL="36000" marR="36000" anchor="ctr">
                    <a:lnL w="952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700" dirty="0"/>
                    </a:p>
                  </a:txBody>
                  <a:tcPr marL="36000" marR="36000" anchor="ctr">
                    <a:lnL w="952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75249605"/>
                  </a:ext>
                </a:extLst>
              </a:tr>
              <a:tr h="213727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b="0" dirty="0">
                          <a:solidFill>
                            <a:schemeClr val="bg1"/>
                          </a:solidFill>
                        </a:rPr>
                        <a:t>7</a:t>
                      </a:r>
                      <a:endParaRPr lang="ko-KR" altLang="en-US" sz="700" b="0" dirty="0">
                        <a:solidFill>
                          <a:schemeClr val="bg1"/>
                        </a:solidFill>
                      </a:endParaRPr>
                    </a:p>
                  </a:txBody>
                  <a:tcPr marL="36000" marR="36000" anchor="ctr">
                    <a:lnL w="952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700" b="0" dirty="0"/>
                    </a:p>
                  </a:txBody>
                  <a:tcPr marL="36000" marR="36000" anchor="ctr">
                    <a:lnL w="952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87983697"/>
                  </a:ext>
                </a:extLst>
              </a:tr>
              <a:tr h="138923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b="0" dirty="0">
                          <a:solidFill>
                            <a:schemeClr val="bg1"/>
                          </a:solidFill>
                        </a:rPr>
                        <a:t>8</a:t>
                      </a:r>
                      <a:endParaRPr lang="ko-KR" altLang="en-US" sz="700" b="0" dirty="0">
                        <a:solidFill>
                          <a:schemeClr val="bg1"/>
                        </a:solidFill>
                      </a:endParaRPr>
                    </a:p>
                  </a:txBody>
                  <a:tcPr marL="36000" marR="36000" anchor="ctr">
                    <a:lnL w="952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700" b="0" dirty="0"/>
                    </a:p>
                  </a:txBody>
                  <a:tcPr marL="36000" marR="36000" anchor="ctr">
                    <a:lnL w="952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7432640"/>
                  </a:ext>
                </a:extLst>
              </a:tr>
              <a:tr h="213727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b="0" dirty="0">
                          <a:solidFill>
                            <a:schemeClr val="bg1"/>
                          </a:solidFill>
                        </a:rPr>
                        <a:t>9</a:t>
                      </a:r>
                      <a:endParaRPr lang="ko-KR" altLang="en-US" sz="700" b="0" dirty="0">
                        <a:solidFill>
                          <a:schemeClr val="bg1"/>
                        </a:solidFill>
                      </a:endParaRPr>
                    </a:p>
                  </a:txBody>
                  <a:tcPr marL="36000" marR="36000" anchor="ctr">
                    <a:lnL w="952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700" dirty="0"/>
                    </a:p>
                  </a:txBody>
                  <a:tcPr marL="36000" marR="36000" anchor="ctr">
                    <a:lnL w="952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95420612"/>
                  </a:ext>
                </a:extLst>
              </a:tr>
            </a:tbl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12855E82-BF60-B3E2-6219-09EC88F169C4}"/>
              </a:ext>
            </a:extLst>
          </p:cNvPr>
          <p:cNvSpPr txBox="1"/>
          <p:nvPr/>
        </p:nvSpPr>
        <p:spPr>
          <a:xfrm>
            <a:off x="7943849" y="140969"/>
            <a:ext cx="1869281" cy="123111"/>
          </a:xfrm>
          <a:prstGeom prst="rect">
            <a:avLst/>
          </a:prstGeom>
          <a:noFill/>
        </p:spPr>
        <p:txBody>
          <a:bodyPr wrap="square" lIns="36000" tIns="0" rIns="36000" bIns="0" rtlCol="0">
            <a:spAutoFit/>
          </a:bodyPr>
          <a:lstStyle/>
          <a:p>
            <a:pPr defTabSz="779252">
              <a:defRPr/>
            </a:pPr>
            <a:r>
              <a:rPr lang="ko-KR" altLang="en-US" sz="800" dirty="0"/>
              <a:t>공간정보</a:t>
            </a:r>
          </a:p>
        </p:txBody>
      </p:sp>
      <p:graphicFrame>
        <p:nvGraphicFramePr>
          <p:cNvPr id="63" name="표 62">
            <a:extLst>
              <a:ext uri="{FF2B5EF4-FFF2-40B4-BE49-F238E27FC236}">
                <a16:creationId xmlns:a16="http://schemas.microsoft.com/office/drawing/2014/main" id="{A2AE2F37-AD86-BBD3-2718-DAFABD6F72C5}"/>
              </a:ext>
            </a:extLst>
          </p:cNvPr>
          <p:cNvGraphicFramePr>
            <a:graphicFrameLocks noGrp="1"/>
          </p:cNvGraphicFramePr>
          <p:nvPr/>
        </p:nvGraphicFramePr>
        <p:xfrm>
          <a:off x="7340222" y="3200626"/>
          <a:ext cx="2475275" cy="203005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873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21653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02144"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700" dirty="0" err="1">
                          <a:solidFill>
                            <a:schemeClr val="tx1"/>
                          </a:solidFill>
                        </a:rPr>
                        <a:t>항목정의</a:t>
                      </a:r>
                      <a:endParaRPr lang="ko-KR" altLang="en-US" sz="700" dirty="0">
                        <a:solidFill>
                          <a:schemeClr val="tx1"/>
                        </a:solidFill>
                      </a:endParaRPr>
                    </a:p>
                  </a:txBody>
                  <a:tcPr marL="36000" marR="36000" anchor="ctr">
                    <a:lnL w="952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900" dirty="0"/>
                    </a:p>
                  </a:txBody>
                  <a:tcPr marL="36000" marR="36000" anchor="ctr">
                    <a:lnT w="952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43348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dirty="0">
                          <a:solidFill>
                            <a:schemeClr val="bg1"/>
                          </a:solidFill>
                        </a:rPr>
                        <a:t>1</a:t>
                      </a:r>
                      <a:endParaRPr lang="ko-KR" altLang="en-US" sz="700" dirty="0">
                        <a:solidFill>
                          <a:schemeClr val="bg1"/>
                        </a:solidFill>
                      </a:endParaRPr>
                    </a:p>
                  </a:txBody>
                  <a:tcPr marL="36000" marR="36000" anchor="ctr">
                    <a:lnL w="952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779252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700" dirty="0"/>
                    </a:p>
                  </a:txBody>
                  <a:tcPr marL="36000" marR="36000" anchor="ctr">
                    <a:lnL w="952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20536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dirty="0">
                          <a:solidFill>
                            <a:schemeClr val="bg1"/>
                          </a:solidFill>
                        </a:rPr>
                        <a:t>2</a:t>
                      </a:r>
                      <a:endParaRPr lang="ko-KR" altLang="en-US" sz="700" dirty="0">
                        <a:solidFill>
                          <a:schemeClr val="bg1"/>
                        </a:solidFill>
                      </a:endParaRPr>
                    </a:p>
                  </a:txBody>
                  <a:tcPr marL="36000" marR="36000" anchor="ctr">
                    <a:lnL w="952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779252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700" dirty="0"/>
                    </a:p>
                  </a:txBody>
                  <a:tcPr marL="36000" marR="36000" anchor="ctr">
                    <a:lnL w="952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78496699"/>
                  </a:ext>
                </a:extLst>
              </a:tr>
              <a:tr h="220536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dirty="0">
                          <a:solidFill>
                            <a:schemeClr val="bg1"/>
                          </a:solidFill>
                        </a:rPr>
                        <a:t>3</a:t>
                      </a:r>
                      <a:endParaRPr lang="ko-KR" altLang="en-US" sz="700" dirty="0">
                        <a:solidFill>
                          <a:schemeClr val="bg1"/>
                        </a:solidFill>
                      </a:endParaRPr>
                    </a:p>
                  </a:txBody>
                  <a:tcPr marL="36000" marR="36000" anchor="ctr">
                    <a:lnL w="952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779252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700" dirty="0"/>
                    </a:p>
                  </a:txBody>
                  <a:tcPr marL="36000" marR="36000" anchor="ctr">
                    <a:lnL w="952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74657358"/>
                  </a:ext>
                </a:extLst>
              </a:tr>
              <a:tr h="143348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dirty="0">
                          <a:solidFill>
                            <a:schemeClr val="bg1"/>
                          </a:solidFill>
                        </a:rPr>
                        <a:t>4</a:t>
                      </a:r>
                      <a:endParaRPr lang="ko-KR" altLang="en-US" sz="700" dirty="0">
                        <a:solidFill>
                          <a:schemeClr val="bg1"/>
                        </a:solidFill>
                      </a:endParaRPr>
                    </a:p>
                  </a:txBody>
                  <a:tcPr marL="36000" marR="36000" anchor="ctr">
                    <a:lnL w="952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779252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700" dirty="0"/>
                    </a:p>
                  </a:txBody>
                  <a:tcPr marL="36000" marR="36000" anchor="ctr">
                    <a:lnL w="952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85883552"/>
                  </a:ext>
                </a:extLst>
              </a:tr>
              <a:tr h="143348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dirty="0">
                          <a:solidFill>
                            <a:schemeClr val="bg1"/>
                          </a:solidFill>
                        </a:rPr>
                        <a:t>5</a:t>
                      </a:r>
                      <a:endParaRPr lang="ko-KR" altLang="en-US" sz="700" dirty="0">
                        <a:solidFill>
                          <a:schemeClr val="bg1"/>
                        </a:solidFill>
                      </a:endParaRPr>
                    </a:p>
                  </a:txBody>
                  <a:tcPr marL="36000" marR="36000" anchor="ctr">
                    <a:lnL w="952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779252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700" dirty="0"/>
                    </a:p>
                  </a:txBody>
                  <a:tcPr marL="36000" marR="36000" anchor="ctr">
                    <a:lnL w="952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17954222"/>
                  </a:ext>
                </a:extLst>
              </a:tr>
              <a:tr h="143348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dirty="0">
                          <a:solidFill>
                            <a:schemeClr val="bg1"/>
                          </a:solidFill>
                        </a:rPr>
                        <a:t>6</a:t>
                      </a:r>
                      <a:endParaRPr lang="ko-KR" altLang="en-US" sz="700" dirty="0">
                        <a:solidFill>
                          <a:schemeClr val="bg1"/>
                        </a:solidFill>
                      </a:endParaRPr>
                    </a:p>
                  </a:txBody>
                  <a:tcPr marL="36000" marR="36000" anchor="ctr">
                    <a:lnL w="952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779252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700" dirty="0"/>
                    </a:p>
                  </a:txBody>
                  <a:tcPr marL="36000" marR="36000" anchor="ctr">
                    <a:lnL w="952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64582118"/>
                  </a:ext>
                </a:extLst>
              </a:tr>
              <a:tr h="143348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dirty="0">
                          <a:solidFill>
                            <a:schemeClr val="bg1"/>
                          </a:solidFill>
                        </a:rPr>
                        <a:t>7</a:t>
                      </a:r>
                      <a:endParaRPr lang="ko-KR" altLang="en-US" sz="700" dirty="0">
                        <a:solidFill>
                          <a:schemeClr val="bg1"/>
                        </a:solidFill>
                      </a:endParaRPr>
                    </a:p>
                  </a:txBody>
                  <a:tcPr marL="36000" marR="36000" anchor="ctr">
                    <a:lnL w="952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779252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700" dirty="0"/>
                    </a:p>
                  </a:txBody>
                  <a:tcPr marL="36000" marR="36000" anchor="ctr">
                    <a:lnL w="952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13639997"/>
                  </a:ext>
                </a:extLst>
              </a:tr>
              <a:tr h="143348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dirty="0">
                          <a:solidFill>
                            <a:schemeClr val="bg1"/>
                          </a:solidFill>
                        </a:rPr>
                        <a:t>8</a:t>
                      </a:r>
                      <a:endParaRPr lang="ko-KR" altLang="en-US" sz="700" dirty="0">
                        <a:solidFill>
                          <a:schemeClr val="bg1"/>
                        </a:solidFill>
                      </a:endParaRPr>
                    </a:p>
                  </a:txBody>
                  <a:tcPr marL="36000" marR="36000" anchor="ctr">
                    <a:lnL w="952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779252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700" dirty="0"/>
                    </a:p>
                  </a:txBody>
                  <a:tcPr marL="36000" marR="36000" anchor="ctr">
                    <a:lnL w="952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143348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dirty="0">
                          <a:solidFill>
                            <a:schemeClr val="bg1"/>
                          </a:solidFill>
                        </a:rPr>
                        <a:t>9</a:t>
                      </a:r>
                      <a:endParaRPr lang="ko-KR" altLang="en-US" sz="700" dirty="0">
                        <a:solidFill>
                          <a:schemeClr val="bg1"/>
                        </a:solidFill>
                      </a:endParaRPr>
                    </a:p>
                  </a:txBody>
                  <a:tcPr marL="36000" marR="36000" anchor="ctr">
                    <a:lnL w="952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779252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700" dirty="0"/>
                    </a:p>
                  </a:txBody>
                  <a:tcPr marL="36000" marR="36000" anchor="ctr">
                    <a:lnL w="952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  <p:sp>
        <p:nvSpPr>
          <p:cNvPr id="53" name="TextBox 52">
            <a:extLst>
              <a:ext uri="{FF2B5EF4-FFF2-40B4-BE49-F238E27FC236}">
                <a16:creationId xmlns:a16="http://schemas.microsoft.com/office/drawing/2014/main" id="{85907D0A-A2EE-CE71-AFBB-48553F03E6D1}"/>
              </a:ext>
            </a:extLst>
          </p:cNvPr>
          <p:cNvSpPr txBox="1"/>
          <p:nvPr/>
        </p:nvSpPr>
        <p:spPr>
          <a:xfrm>
            <a:off x="848544" y="140969"/>
            <a:ext cx="1404156" cy="123111"/>
          </a:xfrm>
          <a:prstGeom prst="rect">
            <a:avLst/>
          </a:prstGeom>
          <a:noFill/>
        </p:spPr>
        <p:txBody>
          <a:bodyPr wrap="square" lIns="36000" tIns="0" rIns="36000" bIns="0" rtlCol="0">
            <a:spAutoFit/>
          </a:bodyPr>
          <a:lstStyle/>
          <a:p>
            <a:pPr defTabSz="779252">
              <a:defRPr/>
            </a:pPr>
            <a:r>
              <a:rPr lang="ko-KR" altLang="en-US" sz="800" dirty="0"/>
              <a:t>공간정보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33A8A89A-BF02-8427-F6E5-47C17B1C7D30}"/>
              </a:ext>
            </a:extLst>
          </p:cNvPr>
          <p:cNvSpPr txBox="1"/>
          <p:nvPr/>
        </p:nvSpPr>
        <p:spPr>
          <a:xfrm>
            <a:off x="2829780" y="140969"/>
            <a:ext cx="4355468" cy="123111"/>
          </a:xfrm>
          <a:prstGeom prst="rect">
            <a:avLst/>
          </a:prstGeom>
          <a:noFill/>
        </p:spPr>
        <p:txBody>
          <a:bodyPr wrap="square" lIns="36000" tIns="0" rIns="36000" bIns="0" rtlCol="0">
            <a:spAutoFit/>
          </a:bodyPr>
          <a:lstStyle/>
          <a:p>
            <a:pPr defTabSz="779252">
              <a:defRPr/>
            </a:pPr>
            <a:r>
              <a:rPr lang="ko-KR" altLang="en-US" sz="800" dirty="0"/>
              <a:t>홈 </a:t>
            </a:r>
            <a:r>
              <a:rPr lang="en-US" altLang="ko-KR" sz="800" dirty="0"/>
              <a:t>&gt; </a:t>
            </a:r>
            <a:r>
              <a:rPr lang="ko-KR" altLang="en-US" sz="800" dirty="0"/>
              <a:t>공간정보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5D259368-44A7-9985-9B6C-96CC2E39B5BB}"/>
              </a:ext>
            </a:extLst>
          </p:cNvPr>
          <p:cNvSpPr txBox="1"/>
          <p:nvPr/>
        </p:nvSpPr>
        <p:spPr>
          <a:xfrm>
            <a:off x="7943849" y="383584"/>
            <a:ext cx="1869281" cy="123111"/>
          </a:xfrm>
          <a:prstGeom prst="rect">
            <a:avLst/>
          </a:prstGeom>
          <a:noFill/>
        </p:spPr>
        <p:txBody>
          <a:bodyPr wrap="square" lIns="36000" tIns="0" rIns="36000" bIns="0" rtlCol="0">
            <a:spAutoFit/>
          </a:bodyPr>
          <a:lstStyle/>
          <a:p>
            <a:pPr defTabSz="779252">
              <a:defRPr/>
            </a:pPr>
            <a:r>
              <a:rPr lang="en-US" altLang="ko-KR" sz="800" dirty="0"/>
              <a:t>-</a:t>
            </a:r>
            <a:endParaRPr lang="ko-KR" altLang="en-US" sz="800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02A68A79-2B36-FABE-E4CC-586C3C00B3CF}"/>
              </a:ext>
            </a:extLst>
          </p:cNvPr>
          <p:cNvSpPr txBox="1"/>
          <p:nvPr/>
        </p:nvSpPr>
        <p:spPr>
          <a:xfrm>
            <a:off x="7896798" y="548968"/>
            <a:ext cx="1814825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800" dirty="0"/>
              <a:t>-</a:t>
            </a: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0E476812-F61F-0192-6D2A-04DE6D0CBEF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2948" y="1440338"/>
            <a:ext cx="6750075" cy="3651413"/>
          </a:xfrm>
          <a:prstGeom prst="rect">
            <a:avLst/>
          </a:prstGeom>
        </p:spPr>
      </p:pic>
      <p:sp>
        <p:nvSpPr>
          <p:cNvPr id="3" name="직사각형 2">
            <a:extLst>
              <a:ext uri="{FF2B5EF4-FFF2-40B4-BE49-F238E27FC236}">
                <a16:creationId xmlns:a16="http://schemas.microsoft.com/office/drawing/2014/main" id="{9E151718-0C18-7ED4-3063-DAC04A5EC4DF}"/>
              </a:ext>
            </a:extLst>
          </p:cNvPr>
          <p:cNvSpPr/>
          <p:nvPr/>
        </p:nvSpPr>
        <p:spPr>
          <a:xfrm>
            <a:off x="308537" y="1981623"/>
            <a:ext cx="1134423" cy="2977394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47C0FB76-FA27-6C6C-5ABC-E2307B3600C5}"/>
              </a:ext>
            </a:extLst>
          </p:cNvPr>
          <p:cNvSpPr/>
          <p:nvPr/>
        </p:nvSpPr>
        <p:spPr>
          <a:xfrm>
            <a:off x="307986" y="2258987"/>
            <a:ext cx="965191" cy="187363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11" name="그림 10">
            <a:extLst>
              <a:ext uri="{FF2B5EF4-FFF2-40B4-BE49-F238E27FC236}">
                <a16:creationId xmlns:a16="http://schemas.microsoft.com/office/drawing/2014/main" id="{A9168579-28DE-C730-5435-63B568C10E7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3660" y="2017663"/>
            <a:ext cx="792328" cy="148561"/>
          </a:xfrm>
          <a:prstGeom prst="rect">
            <a:avLst/>
          </a:prstGeom>
        </p:spPr>
      </p:pic>
      <p:sp>
        <p:nvSpPr>
          <p:cNvPr id="12" name="사각형: 둥근 모서리 23">
            <a:extLst>
              <a:ext uri="{FF2B5EF4-FFF2-40B4-BE49-F238E27FC236}">
                <a16:creationId xmlns:a16="http://schemas.microsoft.com/office/drawing/2014/main" id="{49B1F327-CD31-8D1A-49F4-5C4ACD2C554D}"/>
              </a:ext>
            </a:extLst>
          </p:cNvPr>
          <p:cNvSpPr/>
          <p:nvPr/>
        </p:nvSpPr>
        <p:spPr>
          <a:xfrm>
            <a:off x="1207123" y="2257504"/>
            <a:ext cx="291732" cy="192360"/>
          </a:xfrm>
          <a:prstGeom prst="roundRect">
            <a:avLst>
              <a:gd name="adj" fmla="val 9263"/>
            </a:avLst>
          </a:prstGeom>
          <a:solidFill>
            <a:srgbClr val="4C566E"/>
          </a:solidFill>
          <a:ln w="3175">
            <a:solidFill>
              <a:srgbClr val="4C566E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800" spc="-100" dirty="0">
                <a:solidFill>
                  <a:schemeClr val="bg1"/>
                </a:solidFill>
              </a:rPr>
              <a:t>조회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9D0AB1A0-EFA8-9351-B90C-44BB431A7398}"/>
              </a:ext>
            </a:extLst>
          </p:cNvPr>
          <p:cNvSpPr txBox="1"/>
          <p:nvPr/>
        </p:nvSpPr>
        <p:spPr>
          <a:xfrm>
            <a:off x="275627" y="1994064"/>
            <a:ext cx="537327" cy="18466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ko-KR" altLang="en-US" sz="600" dirty="0"/>
              <a:t>주소유형</a:t>
            </a:r>
            <a:r>
              <a:rPr lang="en-US" altLang="ko-KR" sz="600" dirty="0"/>
              <a:t>: </a:t>
            </a:r>
            <a:endParaRPr lang="ko-KR" altLang="en-US" sz="600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C6558838-1D09-6DF4-C046-CA894A813796}"/>
              </a:ext>
            </a:extLst>
          </p:cNvPr>
          <p:cNvSpPr txBox="1"/>
          <p:nvPr/>
        </p:nvSpPr>
        <p:spPr>
          <a:xfrm>
            <a:off x="1047001" y="2614327"/>
            <a:ext cx="407484" cy="18466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ko-KR" altLang="en-US" sz="600" dirty="0"/>
              <a:t>총 </a:t>
            </a:r>
            <a:r>
              <a:rPr lang="en-US" altLang="ko-KR" sz="600" dirty="0"/>
              <a:t>0</a:t>
            </a:r>
            <a:r>
              <a:rPr lang="ko-KR" altLang="en-US" sz="600" dirty="0"/>
              <a:t>건</a:t>
            </a:r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0A4474EC-4D15-8AD6-2B7C-4E4E19E46962}"/>
              </a:ext>
            </a:extLst>
          </p:cNvPr>
          <p:cNvSpPr/>
          <p:nvPr/>
        </p:nvSpPr>
        <p:spPr>
          <a:xfrm>
            <a:off x="307986" y="2777366"/>
            <a:ext cx="1134974" cy="2217691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6479F04E-54CE-2CDA-B0AD-EDB0485A9A26}"/>
              </a:ext>
            </a:extLst>
          </p:cNvPr>
          <p:cNvSpPr txBox="1"/>
          <p:nvPr/>
        </p:nvSpPr>
        <p:spPr>
          <a:xfrm>
            <a:off x="362949" y="2809153"/>
            <a:ext cx="990011" cy="1692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ko-KR" altLang="en-US" sz="500" dirty="0"/>
              <a:t>서울시 </a:t>
            </a:r>
            <a:r>
              <a:rPr lang="en-US" altLang="ko-KR" sz="500" dirty="0"/>
              <a:t>OO OOO</a:t>
            </a:r>
            <a:endParaRPr lang="ko-KR" altLang="en-US" sz="500" dirty="0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CA6109B6-D141-5BFB-C855-B5BBA78F0865}"/>
              </a:ext>
            </a:extLst>
          </p:cNvPr>
          <p:cNvSpPr txBox="1"/>
          <p:nvPr/>
        </p:nvSpPr>
        <p:spPr>
          <a:xfrm>
            <a:off x="362949" y="3009218"/>
            <a:ext cx="990011" cy="1692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ko-KR" altLang="en-US" sz="500" dirty="0"/>
              <a:t>서울시 </a:t>
            </a:r>
            <a:r>
              <a:rPr lang="en-US" altLang="ko-KR" sz="500" dirty="0"/>
              <a:t>OO OOO</a:t>
            </a:r>
            <a:endParaRPr lang="ko-KR" altLang="en-US" sz="500" dirty="0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A4CCB146-B9D9-B483-7C36-A999A3B5D75B}"/>
              </a:ext>
            </a:extLst>
          </p:cNvPr>
          <p:cNvSpPr txBox="1"/>
          <p:nvPr/>
        </p:nvSpPr>
        <p:spPr>
          <a:xfrm>
            <a:off x="362949" y="3209283"/>
            <a:ext cx="990011" cy="1692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ko-KR" altLang="en-US" sz="500" dirty="0"/>
              <a:t>서울시 </a:t>
            </a:r>
            <a:r>
              <a:rPr lang="en-US" altLang="ko-KR" sz="500" dirty="0"/>
              <a:t>OO OOO</a:t>
            </a:r>
            <a:endParaRPr lang="ko-KR" altLang="en-US" sz="500" dirty="0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FC7D3EE1-C0B1-EC26-9BC2-D6DE6D812741}"/>
              </a:ext>
            </a:extLst>
          </p:cNvPr>
          <p:cNvSpPr txBox="1"/>
          <p:nvPr/>
        </p:nvSpPr>
        <p:spPr>
          <a:xfrm>
            <a:off x="362949" y="3409348"/>
            <a:ext cx="990011" cy="1692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ko-KR" altLang="en-US" sz="500" dirty="0"/>
              <a:t>서울시 </a:t>
            </a:r>
            <a:r>
              <a:rPr lang="en-US" altLang="ko-KR" sz="500" dirty="0"/>
              <a:t>OO OOO</a:t>
            </a:r>
            <a:endParaRPr lang="ko-KR" altLang="en-US" sz="500" dirty="0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F6921701-D435-0916-DFE1-4B12BFC1EBE8}"/>
              </a:ext>
            </a:extLst>
          </p:cNvPr>
          <p:cNvSpPr txBox="1"/>
          <p:nvPr/>
        </p:nvSpPr>
        <p:spPr>
          <a:xfrm>
            <a:off x="362949" y="3609413"/>
            <a:ext cx="990011" cy="1692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ko-KR" altLang="en-US" sz="500" dirty="0"/>
              <a:t>서울시 </a:t>
            </a:r>
            <a:r>
              <a:rPr lang="en-US" altLang="ko-KR" sz="500" dirty="0"/>
              <a:t>OO OOO</a:t>
            </a:r>
            <a:endParaRPr lang="ko-KR" altLang="en-US" sz="500" dirty="0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BDE9BA8A-6682-EDB5-B5F5-10EC36835AD5}"/>
              </a:ext>
            </a:extLst>
          </p:cNvPr>
          <p:cNvSpPr txBox="1"/>
          <p:nvPr/>
        </p:nvSpPr>
        <p:spPr>
          <a:xfrm>
            <a:off x="362949" y="3809478"/>
            <a:ext cx="990011" cy="1692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ko-KR" altLang="en-US" sz="500" dirty="0"/>
              <a:t>서울시 </a:t>
            </a:r>
            <a:r>
              <a:rPr lang="en-US" altLang="ko-KR" sz="500" dirty="0"/>
              <a:t>OO OOO</a:t>
            </a:r>
            <a:endParaRPr lang="ko-KR" altLang="en-US" sz="500" dirty="0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5D0E8DDD-A10B-EF42-A479-4585D5404D62}"/>
              </a:ext>
            </a:extLst>
          </p:cNvPr>
          <p:cNvSpPr txBox="1"/>
          <p:nvPr/>
        </p:nvSpPr>
        <p:spPr>
          <a:xfrm>
            <a:off x="362949" y="4009543"/>
            <a:ext cx="990011" cy="1692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ko-KR" altLang="en-US" sz="500" dirty="0"/>
              <a:t>서울시 </a:t>
            </a:r>
            <a:r>
              <a:rPr lang="en-US" altLang="ko-KR" sz="500" dirty="0"/>
              <a:t>OO OOO</a:t>
            </a:r>
            <a:endParaRPr lang="ko-KR" altLang="en-US" sz="500" dirty="0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A5554C3E-3D63-3FD5-02B3-B621A1124126}"/>
              </a:ext>
            </a:extLst>
          </p:cNvPr>
          <p:cNvSpPr txBox="1"/>
          <p:nvPr/>
        </p:nvSpPr>
        <p:spPr>
          <a:xfrm>
            <a:off x="362949" y="4209608"/>
            <a:ext cx="990011" cy="1692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ko-KR" altLang="en-US" sz="500" dirty="0"/>
              <a:t>서울시 </a:t>
            </a:r>
            <a:r>
              <a:rPr lang="en-US" altLang="ko-KR" sz="500" dirty="0"/>
              <a:t>OO OOO</a:t>
            </a:r>
            <a:endParaRPr lang="ko-KR" altLang="en-US" sz="500" dirty="0"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4784B607-99E3-B1F4-1340-4B7EEA4FB77E}"/>
              </a:ext>
            </a:extLst>
          </p:cNvPr>
          <p:cNvSpPr txBox="1"/>
          <p:nvPr/>
        </p:nvSpPr>
        <p:spPr>
          <a:xfrm>
            <a:off x="362949" y="4409673"/>
            <a:ext cx="990011" cy="1692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ko-KR" altLang="en-US" sz="500" dirty="0"/>
              <a:t>서울시 </a:t>
            </a:r>
            <a:r>
              <a:rPr lang="en-US" altLang="ko-KR" sz="500" dirty="0"/>
              <a:t>OO OOO</a:t>
            </a:r>
            <a:endParaRPr lang="ko-KR" altLang="en-US" sz="500" dirty="0"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FC6B5BB1-C3E2-43DB-F364-6C5694E63AE4}"/>
              </a:ext>
            </a:extLst>
          </p:cNvPr>
          <p:cNvSpPr txBox="1"/>
          <p:nvPr/>
        </p:nvSpPr>
        <p:spPr>
          <a:xfrm>
            <a:off x="362949" y="4609738"/>
            <a:ext cx="990011" cy="1692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ko-KR" altLang="en-US" sz="500" dirty="0"/>
              <a:t>서울시 </a:t>
            </a:r>
            <a:r>
              <a:rPr lang="en-US" altLang="ko-KR" sz="500" dirty="0"/>
              <a:t>OO OOO</a:t>
            </a:r>
            <a:endParaRPr lang="ko-KR" altLang="en-US" sz="500" dirty="0"/>
          </a:p>
        </p:txBody>
      </p:sp>
      <p:grpSp>
        <p:nvGrpSpPr>
          <p:cNvPr id="49" name="그룹 48">
            <a:extLst>
              <a:ext uri="{FF2B5EF4-FFF2-40B4-BE49-F238E27FC236}">
                <a16:creationId xmlns:a16="http://schemas.microsoft.com/office/drawing/2014/main" id="{596F28A5-612A-460F-65DD-C04959C67D20}"/>
              </a:ext>
            </a:extLst>
          </p:cNvPr>
          <p:cNvGrpSpPr/>
          <p:nvPr/>
        </p:nvGrpSpPr>
        <p:grpSpPr>
          <a:xfrm>
            <a:off x="307986" y="4825045"/>
            <a:ext cx="1134974" cy="175849"/>
            <a:chOff x="1523306" y="5396565"/>
            <a:chExt cx="1761894" cy="180001"/>
          </a:xfrm>
        </p:grpSpPr>
        <p:sp>
          <p:nvSpPr>
            <p:cNvPr id="34" name="직사각형 33">
              <a:extLst>
                <a:ext uri="{FF2B5EF4-FFF2-40B4-BE49-F238E27FC236}">
                  <a16:creationId xmlns:a16="http://schemas.microsoft.com/office/drawing/2014/main" id="{EC24BB2F-86E5-44E9-C7DC-A6E59112A219}"/>
                </a:ext>
              </a:extLst>
            </p:cNvPr>
            <p:cNvSpPr/>
            <p:nvPr/>
          </p:nvSpPr>
          <p:spPr>
            <a:xfrm>
              <a:off x="1523306" y="5396566"/>
              <a:ext cx="180000" cy="180000"/>
            </a:xfrm>
            <a:prstGeom prst="rect">
              <a:avLst/>
            </a:prstGeom>
            <a:solidFill>
              <a:srgbClr val="FFFFFF"/>
            </a:solidFill>
            <a:ln w="6350" cap="flat" cmpd="sng" algn="ctr">
              <a:solidFill>
                <a:srgbClr val="969696">
                  <a:lumMod val="90000"/>
                </a:srgbClr>
              </a:solidFill>
              <a:prstDash val="solid"/>
            </a:ln>
            <a:effectLst/>
          </p:spPr>
          <p:txBody>
            <a:bodyPr wrap="none" rtlCol="0" anchor="ctr"/>
            <a:lstStyle/>
            <a:p>
              <a:pPr algn="ctr" latinLnBrk="0">
                <a:defRPr/>
              </a:pPr>
              <a:r>
                <a:rPr lang="en-US" altLang="ko-KR" sz="700" b="1" kern="0" dirty="0">
                  <a:solidFill>
                    <a:srgbClr val="000000"/>
                  </a:solidFill>
                  <a:latin typeface="Arial"/>
                  <a:ea typeface="돋움"/>
                </a:rPr>
                <a:t>&lt;&lt;</a:t>
              </a:r>
              <a:endParaRPr lang="ko-KR" altLang="en-US" sz="700" b="1" kern="0" dirty="0">
                <a:solidFill>
                  <a:srgbClr val="000000"/>
                </a:solidFill>
                <a:latin typeface="Arial"/>
                <a:ea typeface="돋움"/>
              </a:endParaRPr>
            </a:p>
          </p:txBody>
        </p:sp>
        <p:sp>
          <p:nvSpPr>
            <p:cNvPr id="35" name="직사각형 34">
              <a:extLst>
                <a:ext uri="{FF2B5EF4-FFF2-40B4-BE49-F238E27FC236}">
                  <a16:creationId xmlns:a16="http://schemas.microsoft.com/office/drawing/2014/main" id="{DCF7B9F3-E634-4683-4901-5BD9FF15F5D5}"/>
                </a:ext>
              </a:extLst>
            </p:cNvPr>
            <p:cNvSpPr/>
            <p:nvPr/>
          </p:nvSpPr>
          <p:spPr>
            <a:xfrm>
              <a:off x="1720126" y="5396566"/>
              <a:ext cx="180000" cy="180000"/>
            </a:xfrm>
            <a:prstGeom prst="rect">
              <a:avLst/>
            </a:prstGeom>
            <a:solidFill>
              <a:srgbClr val="FFFFFF"/>
            </a:solidFill>
            <a:ln w="6350" cap="flat" cmpd="sng" algn="ctr">
              <a:solidFill>
                <a:srgbClr val="969696">
                  <a:lumMod val="90000"/>
                </a:srgbClr>
              </a:solidFill>
              <a:prstDash val="solid"/>
            </a:ln>
            <a:effectLst/>
          </p:spPr>
          <p:txBody>
            <a:bodyPr wrap="none" rtlCol="0" anchor="ctr"/>
            <a:lstStyle/>
            <a:p>
              <a:pPr algn="ctr" latinLnBrk="0">
                <a:defRPr/>
              </a:pPr>
              <a:r>
                <a:rPr lang="en-US" altLang="ko-KR" sz="700" b="1" kern="0" dirty="0">
                  <a:solidFill>
                    <a:srgbClr val="000000"/>
                  </a:solidFill>
                  <a:latin typeface="Arial"/>
                  <a:ea typeface="돋움"/>
                </a:rPr>
                <a:t>&lt;</a:t>
              </a:r>
              <a:endParaRPr lang="ko-KR" altLang="en-US" sz="700" b="1" kern="0" dirty="0">
                <a:solidFill>
                  <a:srgbClr val="000000"/>
                </a:solidFill>
                <a:latin typeface="Arial"/>
                <a:ea typeface="돋움"/>
              </a:endParaRPr>
            </a:p>
          </p:txBody>
        </p:sp>
        <p:sp>
          <p:nvSpPr>
            <p:cNvPr id="36" name="직사각형 35">
              <a:extLst>
                <a:ext uri="{FF2B5EF4-FFF2-40B4-BE49-F238E27FC236}">
                  <a16:creationId xmlns:a16="http://schemas.microsoft.com/office/drawing/2014/main" id="{7BB4863F-A744-BD11-ABC7-75457FADC1BB}"/>
                </a:ext>
              </a:extLst>
            </p:cNvPr>
            <p:cNvSpPr/>
            <p:nvPr/>
          </p:nvSpPr>
          <p:spPr>
            <a:xfrm>
              <a:off x="1916945" y="5396566"/>
              <a:ext cx="180000" cy="180000"/>
            </a:xfrm>
            <a:prstGeom prst="rect">
              <a:avLst/>
            </a:prstGeom>
            <a:solidFill>
              <a:srgbClr val="FFFFFF"/>
            </a:solidFill>
            <a:ln w="6350" cap="flat" cmpd="sng" algn="ctr">
              <a:solidFill>
                <a:srgbClr val="969696">
                  <a:lumMod val="90000"/>
                </a:srgbClr>
              </a:solidFill>
              <a:prstDash val="solid"/>
            </a:ln>
            <a:effectLst/>
          </p:spPr>
          <p:txBody>
            <a:bodyPr wrap="none" rtlCol="0" anchor="ctr"/>
            <a:lstStyle/>
            <a:p>
              <a:pPr algn="ctr" latinLnBrk="0">
                <a:defRPr/>
              </a:pPr>
              <a:r>
                <a:rPr lang="en-US" altLang="ko-KR" sz="700" b="1" kern="0" dirty="0">
                  <a:solidFill>
                    <a:srgbClr val="000000"/>
                  </a:solidFill>
                  <a:latin typeface="Arial"/>
                  <a:ea typeface="돋움"/>
                </a:rPr>
                <a:t>3</a:t>
              </a:r>
              <a:endParaRPr lang="ko-KR" altLang="en-US" sz="700" b="1" kern="0" dirty="0">
                <a:solidFill>
                  <a:srgbClr val="000000"/>
                </a:solidFill>
                <a:latin typeface="Arial"/>
                <a:ea typeface="돋움"/>
              </a:endParaRPr>
            </a:p>
          </p:txBody>
        </p:sp>
        <p:sp>
          <p:nvSpPr>
            <p:cNvPr id="37" name="직사각형 36">
              <a:extLst>
                <a:ext uri="{FF2B5EF4-FFF2-40B4-BE49-F238E27FC236}">
                  <a16:creationId xmlns:a16="http://schemas.microsoft.com/office/drawing/2014/main" id="{E9145770-A113-B12E-7E7A-5269E67F4F68}"/>
                </a:ext>
              </a:extLst>
            </p:cNvPr>
            <p:cNvSpPr/>
            <p:nvPr/>
          </p:nvSpPr>
          <p:spPr>
            <a:xfrm>
              <a:off x="2310586" y="5396566"/>
              <a:ext cx="180000" cy="180000"/>
            </a:xfrm>
            <a:prstGeom prst="rect">
              <a:avLst/>
            </a:prstGeom>
            <a:solidFill>
              <a:srgbClr val="FFFFFF"/>
            </a:solidFill>
            <a:ln w="6350" cap="flat" cmpd="sng" algn="ctr">
              <a:solidFill>
                <a:srgbClr val="969696">
                  <a:lumMod val="90000"/>
                </a:srgbClr>
              </a:solidFill>
              <a:prstDash val="solid"/>
            </a:ln>
            <a:effectLst/>
          </p:spPr>
          <p:txBody>
            <a:bodyPr wrap="none" rtlCol="0" anchor="ctr"/>
            <a:lstStyle/>
            <a:p>
              <a:pPr algn="ctr" latinLnBrk="0">
                <a:defRPr/>
              </a:pPr>
              <a:r>
                <a:rPr lang="en-US" altLang="ko-KR" sz="700" b="1" kern="0" dirty="0">
                  <a:solidFill>
                    <a:srgbClr val="000000"/>
                  </a:solidFill>
                  <a:latin typeface="Arial"/>
                  <a:ea typeface="돋움"/>
                </a:rPr>
                <a:t>5</a:t>
              </a:r>
              <a:endParaRPr lang="ko-KR" altLang="en-US" sz="700" b="1" kern="0" dirty="0">
                <a:solidFill>
                  <a:srgbClr val="000000"/>
                </a:solidFill>
                <a:latin typeface="Arial"/>
                <a:ea typeface="돋움"/>
              </a:endParaRPr>
            </a:p>
          </p:txBody>
        </p:sp>
        <p:sp>
          <p:nvSpPr>
            <p:cNvPr id="39" name="직사각형 38">
              <a:extLst>
                <a:ext uri="{FF2B5EF4-FFF2-40B4-BE49-F238E27FC236}">
                  <a16:creationId xmlns:a16="http://schemas.microsoft.com/office/drawing/2014/main" id="{C1D06C02-A659-1CD9-9C1D-847967EFE799}"/>
                </a:ext>
              </a:extLst>
            </p:cNvPr>
            <p:cNvSpPr/>
            <p:nvPr/>
          </p:nvSpPr>
          <p:spPr>
            <a:xfrm>
              <a:off x="2704225" y="5396566"/>
              <a:ext cx="180000" cy="180000"/>
            </a:xfrm>
            <a:prstGeom prst="rect">
              <a:avLst/>
            </a:prstGeom>
            <a:solidFill>
              <a:srgbClr val="FFFFFF"/>
            </a:solidFill>
            <a:ln w="6350" cap="flat" cmpd="sng" algn="ctr">
              <a:solidFill>
                <a:srgbClr val="969696">
                  <a:lumMod val="90000"/>
                </a:srgbClr>
              </a:solidFill>
              <a:prstDash val="solid"/>
            </a:ln>
            <a:effectLst/>
          </p:spPr>
          <p:txBody>
            <a:bodyPr wrap="none" rtlCol="0" anchor="ctr"/>
            <a:lstStyle/>
            <a:p>
              <a:pPr algn="ctr" latinLnBrk="0">
                <a:defRPr/>
              </a:pPr>
              <a:r>
                <a:rPr lang="en-US" altLang="ko-KR" sz="700" b="1" kern="0" dirty="0">
                  <a:solidFill>
                    <a:srgbClr val="000000"/>
                  </a:solidFill>
                  <a:latin typeface="Arial"/>
                  <a:ea typeface="돋움"/>
                </a:rPr>
                <a:t>7</a:t>
              </a:r>
              <a:endParaRPr lang="ko-KR" altLang="en-US" sz="700" b="1" kern="0" dirty="0">
                <a:solidFill>
                  <a:srgbClr val="000000"/>
                </a:solidFill>
                <a:latin typeface="Arial"/>
                <a:ea typeface="돋움"/>
              </a:endParaRPr>
            </a:p>
          </p:txBody>
        </p:sp>
        <p:sp>
          <p:nvSpPr>
            <p:cNvPr id="43" name="직사각형 42">
              <a:extLst>
                <a:ext uri="{FF2B5EF4-FFF2-40B4-BE49-F238E27FC236}">
                  <a16:creationId xmlns:a16="http://schemas.microsoft.com/office/drawing/2014/main" id="{B77BCD89-2A83-8F86-31D5-8B8BD2756112}"/>
                </a:ext>
              </a:extLst>
            </p:cNvPr>
            <p:cNvSpPr/>
            <p:nvPr/>
          </p:nvSpPr>
          <p:spPr>
            <a:xfrm>
              <a:off x="2507404" y="5396566"/>
              <a:ext cx="180000" cy="180000"/>
            </a:xfrm>
            <a:prstGeom prst="rect">
              <a:avLst/>
            </a:prstGeom>
            <a:solidFill>
              <a:srgbClr val="2D2DB9"/>
            </a:solidFill>
            <a:ln w="6350" cap="flat" cmpd="sng" algn="ctr">
              <a:solidFill>
                <a:srgbClr val="969696">
                  <a:lumMod val="90000"/>
                </a:srgbClr>
              </a:solidFill>
              <a:prstDash val="solid"/>
            </a:ln>
            <a:effectLst/>
          </p:spPr>
          <p:txBody>
            <a:bodyPr wrap="none" rtlCol="0" anchor="ctr"/>
            <a:lstStyle/>
            <a:p>
              <a:pPr algn="ctr" latinLnBrk="0">
                <a:defRPr/>
              </a:pPr>
              <a:r>
                <a:rPr lang="en-US" altLang="ko-KR" sz="700" b="1" kern="0" dirty="0">
                  <a:solidFill>
                    <a:srgbClr val="FFFFFF"/>
                  </a:solidFill>
                  <a:latin typeface="Arial"/>
                  <a:ea typeface="돋움"/>
                </a:rPr>
                <a:t>6</a:t>
              </a:r>
              <a:endParaRPr lang="ko-KR" altLang="en-US" sz="700" b="1" kern="0" dirty="0">
                <a:solidFill>
                  <a:srgbClr val="FFFFFF"/>
                </a:solidFill>
                <a:latin typeface="Arial"/>
                <a:ea typeface="돋움"/>
              </a:endParaRPr>
            </a:p>
          </p:txBody>
        </p:sp>
        <p:sp>
          <p:nvSpPr>
            <p:cNvPr id="44" name="직사각형 43">
              <a:extLst>
                <a:ext uri="{FF2B5EF4-FFF2-40B4-BE49-F238E27FC236}">
                  <a16:creationId xmlns:a16="http://schemas.microsoft.com/office/drawing/2014/main" id="{5DE35AA1-B536-D6BE-729E-2647A77B6727}"/>
                </a:ext>
              </a:extLst>
            </p:cNvPr>
            <p:cNvSpPr/>
            <p:nvPr/>
          </p:nvSpPr>
          <p:spPr>
            <a:xfrm>
              <a:off x="2113763" y="5396566"/>
              <a:ext cx="180000" cy="180000"/>
            </a:xfrm>
            <a:prstGeom prst="rect">
              <a:avLst/>
            </a:prstGeom>
            <a:solidFill>
              <a:srgbClr val="FFFFFF"/>
            </a:solidFill>
            <a:ln w="6350" cap="flat" cmpd="sng" algn="ctr">
              <a:solidFill>
                <a:srgbClr val="969696">
                  <a:lumMod val="90000"/>
                </a:srgbClr>
              </a:solidFill>
              <a:prstDash val="solid"/>
            </a:ln>
            <a:effectLst/>
          </p:spPr>
          <p:txBody>
            <a:bodyPr wrap="none" rtlCol="0" anchor="ctr"/>
            <a:lstStyle/>
            <a:p>
              <a:pPr algn="ctr" latinLnBrk="0">
                <a:defRPr/>
              </a:pPr>
              <a:r>
                <a:rPr lang="en-US" altLang="ko-KR" sz="700" b="1" kern="0" dirty="0">
                  <a:solidFill>
                    <a:srgbClr val="000000"/>
                  </a:solidFill>
                  <a:latin typeface="Arial"/>
                  <a:ea typeface="돋움"/>
                </a:rPr>
                <a:t>4</a:t>
              </a:r>
              <a:endParaRPr lang="ko-KR" altLang="en-US" sz="700" b="1" kern="0" dirty="0">
                <a:solidFill>
                  <a:srgbClr val="000000"/>
                </a:solidFill>
                <a:latin typeface="Arial"/>
                <a:ea typeface="돋움"/>
              </a:endParaRPr>
            </a:p>
          </p:txBody>
        </p:sp>
        <p:sp>
          <p:nvSpPr>
            <p:cNvPr id="47" name="직사각형 46">
              <a:extLst>
                <a:ext uri="{FF2B5EF4-FFF2-40B4-BE49-F238E27FC236}">
                  <a16:creationId xmlns:a16="http://schemas.microsoft.com/office/drawing/2014/main" id="{9D930CF2-0BBA-9F2F-98CB-97B2A803C8B6}"/>
                </a:ext>
              </a:extLst>
            </p:cNvPr>
            <p:cNvSpPr/>
            <p:nvPr/>
          </p:nvSpPr>
          <p:spPr>
            <a:xfrm>
              <a:off x="2908377" y="5396566"/>
              <a:ext cx="180000" cy="180000"/>
            </a:xfrm>
            <a:prstGeom prst="rect">
              <a:avLst/>
            </a:prstGeom>
            <a:solidFill>
              <a:srgbClr val="FFFFFF"/>
            </a:solidFill>
            <a:ln w="6350" cap="flat" cmpd="sng" algn="ctr">
              <a:solidFill>
                <a:srgbClr val="969696">
                  <a:lumMod val="90000"/>
                </a:srgbClr>
              </a:solidFill>
              <a:prstDash val="solid"/>
            </a:ln>
            <a:effectLst/>
          </p:spPr>
          <p:txBody>
            <a:bodyPr wrap="none" rtlCol="0" anchor="ctr"/>
            <a:lstStyle/>
            <a:p>
              <a:pPr algn="ctr" latinLnBrk="0">
                <a:defRPr/>
              </a:pPr>
              <a:r>
                <a:rPr lang="en-US" altLang="ko-KR" sz="700" b="1" kern="0" dirty="0">
                  <a:solidFill>
                    <a:srgbClr val="000000"/>
                  </a:solidFill>
                  <a:latin typeface="Arial"/>
                  <a:ea typeface="돋움"/>
                </a:rPr>
                <a:t>&gt;</a:t>
              </a:r>
              <a:endParaRPr lang="ko-KR" altLang="en-US" sz="700" b="1" kern="0" dirty="0">
                <a:solidFill>
                  <a:srgbClr val="000000"/>
                </a:solidFill>
                <a:latin typeface="Arial"/>
                <a:ea typeface="돋움"/>
              </a:endParaRPr>
            </a:p>
          </p:txBody>
        </p:sp>
        <p:sp>
          <p:nvSpPr>
            <p:cNvPr id="48" name="직사각형 47">
              <a:extLst>
                <a:ext uri="{FF2B5EF4-FFF2-40B4-BE49-F238E27FC236}">
                  <a16:creationId xmlns:a16="http://schemas.microsoft.com/office/drawing/2014/main" id="{6F60EAAE-EA41-9A14-9F81-842D6401E003}"/>
                </a:ext>
              </a:extLst>
            </p:cNvPr>
            <p:cNvSpPr/>
            <p:nvPr/>
          </p:nvSpPr>
          <p:spPr>
            <a:xfrm>
              <a:off x="3105201" y="5396565"/>
              <a:ext cx="179999" cy="180000"/>
            </a:xfrm>
            <a:prstGeom prst="rect">
              <a:avLst/>
            </a:prstGeom>
            <a:solidFill>
              <a:srgbClr val="FFFFFF"/>
            </a:solidFill>
            <a:ln w="6350" cap="flat" cmpd="sng" algn="ctr">
              <a:solidFill>
                <a:srgbClr val="969696">
                  <a:lumMod val="90000"/>
                </a:srgbClr>
              </a:solidFill>
              <a:prstDash val="solid"/>
            </a:ln>
            <a:effectLst/>
          </p:spPr>
          <p:txBody>
            <a:bodyPr wrap="none" rtlCol="0" anchor="ctr"/>
            <a:lstStyle/>
            <a:p>
              <a:pPr algn="ctr" latinLnBrk="0">
                <a:defRPr/>
              </a:pPr>
              <a:r>
                <a:rPr lang="en-US" altLang="ko-KR" sz="700" b="1" kern="0" dirty="0">
                  <a:solidFill>
                    <a:srgbClr val="000000"/>
                  </a:solidFill>
                  <a:latin typeface="Arial"/>
                  <a:ea typeface="돋움"/>
                </a:rPr>
                <a:t>&gt;&gt;</a:t>
              </a:r>
              <a:endParaRPr lang="ko-KR" altLang="en-US" sz="700" b="1" kern="0" dirty="0">
                <a:solidFill>
                  <a:srgbClr val="000000"/>
                </a:solidFill>
                <a:latin typeface="Arial"/>
                <a:ea typeface="돋움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10188001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CBECB80-2F50-4214-B10D-61F2961839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표 3">
            <a:extLst>
              <a:ext uri="{FF2B5EF4-FFF2-40B4-BE49-F238E27FC236}">
                <a16:creationId xmlns:a16="http://schemas.microsoft.com/office/drawing/2014/main" id="{91F8F740-19BF-7F78-83E8-8E99414FE28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1718318"/>
              </p:ext>
            </p:extLst>
          </p:nvPr>
        </p:nvGraphicFramePr>
        <p:xfrm>
          <a:off x="7340221" y="1040381"/>
          <a:ext cx="2475275" cy="206248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873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21653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81876"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700" dirty="0" err="1">
                          <a:solidFill>
                            <a:schemeClr val="tx1"/>
                          </a:solidFill>
                        </a:rPr>
                        <a:t>주요설명</a:t>
                      </a:r>
                      <a:endParaRPr lang="ko-KR" altLang="en-US" sz="700" dirty="0">
                        <a:solidFill>
                          <a:schemeClr val="tx1"/>
                        </a:solidFill>
                      </a:endParaRPr>
                    </a:p>
                  </a:txBody>
                  <a:tcPr marL="36000" marR="36000" anchor="ctr">
                    <a:lnL w="952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900" dirty="0"/>
                    </a:p>
                  </a:txBody>
                  <a:tcPr marL="36000" marR="36000" anchor="ctr">
                    <a:lnT w="952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32585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dirty="0">
                          <a:solidFill>
                            <a:schemeClr val="bg1"/>
                          </a:solidFill>
                        </a:rPr>
                        <a:t>1</a:t>
                      </a:r>
                      <a:endParaRPr lang="ko-KR" altLang="en-US" sz="700" dirty="0">
                        <a:solidFill>
                          <a:schemeClr val="bg1"/>
                        </a:solidFill>
                      </a:endParaRPr>
                    </a:p>
                  </a:txBody>
                  <a:tcPr marL="36000" marR="36000" anchor="ctr">
                    <a:lnL w="952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779252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700" dirty="0"/>
                    </a:p>
                  </a:txBody>
                  <a:tcPr marL="36000" marR="36000" anchor="ctr">
                    <a:lnL w="952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13727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dirty="0">
                          <a:solidFill>
                            <a:schemeClr val="bg1"/>
                          </a:solidFill>
                        </a:rPr>
                        <a:t>2</a:t>
                      </a:r>
                      <a:endParaRPr lang="ko-KR" altLang="en-US" sz="700" dirty="0">
                        <a:solidFill>
                          <a:schemeClr val="bg1"/>
                        </a:solidFill>
                      </a:endParaRPr>
                    </a:p>
                  </a:txBody>
                  <a:tcPr marL="36000" marR="36000" anchor="ctr">
                    <a:lnL w="952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779252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700" dirty="0"/>
                    </a:p>
                  </a:txBody>
                  <a:tcPr marL="36000" marR="36000" anchor="ctr">
                    <a:lnL w="952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38923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dirty="0">
                          <a:solidFill>
                            <a:schemeClr val="bg1"/>
                          </a:solidFill>
                        </a:rPr>
                        <a:t>3</a:t>
                      </a:r>
                      <a:endParaRPr lang="ko-KR" altLang="en-US" sz="700" dirty="0">
                        <a:solidFill>
                          <a:schemeClr val="bg1"/>
                        </a:solidFill>
                      </a:endParaRPr>
                    </a:p>
                  </a:txBody>
                  <a:tcPr marL="36000" marR="36000" anchor="ctr">
                    <a:lnL w="952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700" dirty="0"/>
                    </a:p>
                  </a:txBody>
                  <a:tcPr marL="36000" marR="36000">
                    <a:lnL w="952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50342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dirty="0">
                          <a:solidFill>
                            <a:schemeClr val="bg1"/>
                          </a:solidFill>
                        </a:rPr>
                        <a:t>4</a:t>
                      </a:r>
                      <a:endParaRPr lang="ko-KR" altLang="en-US" sz="700" dirty="0">
                        <a:solidFill>
                          <a:schemeClr val="bg1"/>
                        </a:solidFill>
                      </a:endParaRPr>
                    </a:p>
                  </a:txBody>
                  <a:tcPr marL="36000" marR="36000" anchor="ctr">
                    <a:lnL w="952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700" dirty="0"/>
                    </a:p>
                  </a:txBody>
                  <a:tcPr marL="36000" marR="36000" anchor="ctr">
                    <a:lnL w="952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38923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dirty="0">
                          <a:solidFill>
                            <a:schemeClr val="bg1"/>
                          </a:solidFill>
                        </a:rPr>
                        <a:t>5</a:t>
                      </a:r>
                      <a:endParaRPr lang="ko-KR" altLang="en-US" sz="700" dirty="0">
                        <a:solidFill>
                          <a:schemeClr val="bg1"/>
                        </a:solidFill>
                      </a:endParaRPr>
                    </a:p>
                  </a:txBody>
                  <a:tcPr marL="36000" marR="36000" anchor="ctr">
                    <a:lnL w="952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700" dirty="0"/>
                    </a:p>
                  </a:txBody>
                  <a:tcPr marL="36000" marR="36000" anchor="ctr">
                    <a:lnL w="952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4940091"/>
                  </a:ext>
                </a:extLst>
              </a:tr>
              <a:tr h="138923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dirty="0">
                          <a:solidFill>
                            <a:schemeClr val="bg1"/>
                          </a:solidFill>
                        </a:rPr>
                        <a:t>6</a:t>
                      </a:r>
                      <a:endParaRPr lang="ko-KR" altLang="en-US" sz="700" dirty="0">
                        <a:solidFill>
                          <a:schemeClr val="bg1"/>
                        </a:solidFill>
                      </a:endParaRPr>
                    </a:p>
                  </a:txBody>
                  <a:tcPr marL="36000" marR="36000" anchor="ctr">
                    <a:lnL w="952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700" dirty="0"/>
                    </a:p>
                  </a:txBody>
                  <a:tcPr marL="36000" marR="36000" anchor="ctr">
                    <a:lnL w="952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75249605"/>
                  </a:ext>
                </a:extLst>
              </a:tr>
              <a:tr h="213727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b="0" dirty="0">
                          <a:solidFill>
                            <a:schemeClr val="bg1"/>
                          </a:solidFill>
                        </a:rPr>
                        <a:t>7</a:t>
                      </a:r>
                      <a:endParaRPr lang="ko-KR" altLang="en-US" sz="700" b="0" dirty="0">
                        <a:solidFill>
                          <a:schemeClr val="bg1"/>
                        </a:solidFill>
                      </a:endParaRPr>
                    </a:p>
                  </a:txBody>
                  <a:tcPr marL="36000" marR="36000" anchor="ctr">
                    <a:lnL w="952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700" b="0" dirty="0"/>
                    </a:p>
                  </a:txBody>
                  <a:tcPr marL="36000" marR="36000" anchor="ctr">
                    <a:lnL w="952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87983697"/>
                  </a:ext>
                </a:extLst>
              </a:tr>
              <a:tr h="138923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b="0" dirty="0">
                          <a:solidFill>
                            <a:schemeClr val="bg1"/>
                          </a:solidFill>
                        </a:rPr>
                        <a:t>8</a:t>
                      </a:r>
                      <a:endParaRPr lang="ko-KR" altLang="en-US" sz="700" b="0" dirty="0">
                        <a:solidFill>
                          <a:schemeClr val="bg1"/>
                        </a:solidFill>
                      </a:endParaRPr>
                    </a:p>
                  </a:txBody>
                  <a:tcPr marL="36000" marR="36000" anchor="ctr">
                    <a:lnL w="952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700" b="0" dirty="0"/>
                    </a:p>
                  </a:txBody>
                  <a:tcPr marL="36000" marR="36000" anchor="ctr">
                    <a:lnL w="952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7432640"/>
                  </a:ext>
                </a:extLst>
              </a:tr>
              <a:tr h="213727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b="0" dirty="0">
                          <a:solidFill>
                            <a:schemeClr val="bg1"/>
                          </a:solidFill>
                        </a:rPr>
                        <a:t>9</a:t>
                      </a:r>
                      <a:endParaRPr lang="ko-KR" altLang="en-US" sz="700" b="0" dirty="0">
                        <a:solidFill>
                          <a:schemeClr val="bg1"/>
                        </a:solidFill>
                      </a:endParaRPr>
                    </a:p>
                  </a:txBody>
                  <a:tcPr marL="36000" marR="36000" anchor="ctr">
                    <a:lnL w="952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700" dirty="0"/>
                    </a:p>
                  </a:txBody>
                  <a:tcPr marL="36000" marR="36000" anchor="ctr">
                    <a:lnL w="952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95420612"/>
                  </a:ext>
                </a:extLst>
              </a:tr>
            </a:tbl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847E54FC-031C-90A1-5F9F-A7BC5027728F}"/>
              </a:ext>
            </a:extLst>
          </p:cNvPr>
          <p:cNvSpPr txBox="1"/>
          <p:nvPr/>
        </p:nvSpPr>
        <p:spPr>
          <a:xfrm>
            <a:off x="7943849" y="140969"/>
            <a:ext cx="1869281" cy="123111"/>
          </a:xfrm>
          <a:prstGeom prst="rect">
            <a:avLst/>
          </a:prstGeom>
          <a:noFill/>
        </p:spPr>
        <p:txBody>
          <a:bodyPr wrap="square" lIns="36000" tIns="0" rIns="36000" bIns="0" rtlCol="0">
            <a:spAutoFit/>
          </a:bodyPr>
          <a:lstStyle/>
          <a:p>
            <a:pPr defTabSz="779252">
              <a:defRPr/>
            </a:pPr>
            <a:r>
              <a:rPr lang="ko-KR" altLang="en-US" sz="800" dirty="0"/>
              <a:t>영향반경 분석</a:t>
            </a:r>
          </a:p>
        </p:txBody>
      </p:sp>
      <p:graphicFrame>
        <p:nvGraphicFramePr>
          <p:cNvPr id="63" name="표 62">
            <a:extLst>
              <a:ext uri="{FF2B5EF4-FFF2-40B4-BE49-F238E27FC236}">
                <a16:creationId xmlns:a16="http://schemas.microsoft.com/office/drawing/2014/main" id="{05BA5468-BC34-3056-F9E9-52B401E3C70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15992199"/>
              </p:ext>
            </p:extLst>
          </p:nvPr>
        </p:nvGraphicFramePr>
        <p:xfrm>
          <a:off x="7340222" y="3200626"/>
          <a:ext cx="2475275" cy="203005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873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21653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02144"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700" dirty="0" err="1">
                          <a:solidFill>
                            <a:schemeClr val="tx1"/>
                          </a:solidFill>
                        </a:rPr>
                        <a:t>항목정의</a:t>
                      </a:r>
                      <a:endParaRPr lang="ko-KR" altLang="en-US" sz="700" dirty="0">
                        <a:solidFill>
                          <a:schemeClr val="tx1"/>
                        </a:solidFill>
                      </a:endParaRPr>
                    </a:p>
                  </a:txBody>
                  <a:tcPr marL="36000" marR="36000" anchor="ctr">
                    <a:lnL w="952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900" dirty="0"/>
                    </a:p>
                  </a:txBody>
                  <a:tcPr marL="36000" marR="36000" anchor="ctr">
                    <a:lnT w="952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43348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dirty="0">
                          <a:solidFill>
                            <a:schemeClr val="bg1"/>
                          </a:solidFill>
                        </a:rPr>
                        <a:t>1</a:t>
                      </a:r>
                      <a:endParaRPr lang="ko-KR" altLang="en-US" sz="700" dirty="0">
                        <a:solidFill>
                          <a:schemeClr val="bg1"/>
                        </a:solidFill>
                      </a:endParaRPr>
                    </a:p>
                  </a:txBody>
                  <a:tcPr marL="36000" marR="36000" anchor="ctr">
                    <a:lnL w="952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779252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700" dirty="0"/>
                    </a:p>
                  </a:txBody>
                  <a:tcPr marL="36000" marR="36000" anchor="ctr">
                    <a:lnL w="952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20536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dirty="0">
                          <a:solidFill>
                            <a:schemeClr val="bg1"/>
                          </a:solidFill>
                        </a:rPr>
                        <a:t>2</a:t>
                      </a:r>
                      <a:endParaRPr lang="ko-KR" altLang="en-US" sz="700" dirty="0">
                        <a:solidFill>
                          <a:schemeClr val="bg1"/>
                        </a:solidFill>
                      </a:endParaRPr>
                    </a:p>
                  </a:txBody>
                  <a:tcPr marL="36000" marR="36000" anchor="ctr">
                    <a:lnL w="952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779252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700" dirty="0"/>
                    </a:p>
                  </a:txBody>
                  <a:tcPr marL="36000" marR="36000" anchor="ctr">
                    <a:lnL w="952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78496699"/>
                  </a:ext>
                </a:extLst>
              </a:tr>
              <a:tr h="220536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dirty="0">
                          <a:solidFill>
                            <a:schemeClr val="bg1"/>
                          </a:solidFill>
                        </a:rPr>
                        <a:t>3</a:t>
                      </a:r>
                      <a:endParaRPr lang="ko-KR" altLang="en-US" sz="700" dirty="0">
                        <a:solidFill>
                          <a:schemeClr val="bg1"/>
                        </a:solidFill>
                      </a:endParaRPr>
                    </a:p>
                  </a:txBody>
                  <a:tcPr marL="36000" marR="36000" anchor="ctr">
                    <a:lnL w="952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779252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700" dirty="0"/>
                    </a:p>
                  </a:txBody>
                  <a:tcPr marL="36000" marR="36000" anchor="ctr">
                    <a:lnL w="952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74657358"/>
                  </a:ext>
                </a:extLst>
              </a:tr>
              <a:tr h="143348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dirty="0">
                          <a:solidFill>
                            <a:schemeClr val="bg1"/>
                          </a:solidFill>
                        </a:rPr>
                        <a:t>4</a:t>
                      </a:r>
                      <a:endParaRPr lang="ko-KR" altLang="en-US" sz="700" dirty="0">
                        <a:solidFill>
                          <a:schemeClr val="bg1"/>
                        </a:solidFill>
                      </a:endParaRPr>
                    </a:p>
                  </a:txBody>
                  <a:tcPr marL="36000" marR="36000" anchor="ctr">
                    <a:lnL w="952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779252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700" dirty="0"/>
                    </a:p>
                  </a:txBody>
                  <a:tcPr marL="36000" marR="36000" anchor="ctr">
                    <a:lnL w="952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85883552"/>
                  </a:ext>
                </a:extLst>
              </a:tr>
              <a:tr h="143348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dirty="0">
                          <a:solidFill>
                            <a:schemeClr val="bg1"/>
                          </a:solidFill>
                        </a:rPr>
                        <a:t>5</a:t>
                      </a:r>
                      <a:endParaRPr lang="ko-KR" altLang="en-US" sz="700" dirty="0">
                        <a:solidFill>
                          <a:schemeClr val="bg1"/>
                        </a:solidFill>
                      </a:endParaRPr>
                    </a:p>
                  </a:txBody>
                  <a:tcPr marL="36000" marR="36000" anchor="ctr">
                    <a:lnL w="952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779252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700" dirty="0"/>
                    </a:p>
                  </a:txBody>
                  <a:tcPr marL="36000" marR="36000" anchor="ctr">
                    <a:lnL w="952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17954222"/>
                  </a:ext>
                </a:extLst>
              </a:tr>
              <a:tr h="143348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dirty="0">
                          <a:solidFill>
                            <a:schemeClr val="bg1"/>
                          </a:solidFill>
                        </a:rPr>
                        <a:t>6</a:t>
                      </a:r>
                      <a:endParaRPr lang="ko-KR" altLang="en-US" sz="700" dirty="0">
                        <a:solidFill>
                          <a:schemeClr val="bg1"/>
                        </a:solidFill>
                      </a:endParaRPr>
                    </a:p>
                  </a:txBody>
                  <a:tcPr marL="36000" marR="36000" anchor="ctr">
                    <a:lnL w="952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779252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700" dirty="0"/>
                    </a:p>
                  </a:txBody>
                  <a:tcPr marL="36000" marR="36000" anchor="ctr">
                    <a:lnL w="952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64582118"/>
                  </a:ext>
                </a:extLst>
              </a:tr>
              <a:tr h="143348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dirty="0">
                          <a:solidFill>
                            <a:schemeClr val="bg1"/>
                          </a:solidFill>
                        </a:rPr>
                        <a:t>7</a:t>
                      </a:r>
                      <a:endParaRPr lang="ko-KR" altLang="en-US" sz="700" dirty="0">
                        <a:solidFill>
                          <a:schemeClr val="bg1"/>
                        </a:solidFill>
                      </a:endParaRPr>
                    </a:p>
                  </a:txBody>
                  <a:tcPr marL="36000" marR="36000" anchor="ctr">
                    <a:lnL w="952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779252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700" dirty="0"/>
                    </a:p>
                  </a:txBody>
                  <a:tcPr marL="36000" marR="36000" anchor="ctr">
                    <a:lnL w="952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13639997"/>
                  </a:ext>
                </a:extLst>
              </a:tr>
              <a:tr h="143348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dirty="0">
                          <a:solidFill>
                            <a:schemeClr val="bg1"/>
                          </a:solidFill>
                        </a:rPr>
                        <a:t>8</a:t>
                      </a:r>
                      <a:endParaRPr lang="ko-KR" altLang="en-US" sz="700" dirty="0">
                        <a:solidFill>
                          <a:schemeClr val="bg1"/>
                        </a:solidFill>
                      </a:endParaRPr>
                    </a:p>
                  </a:txBody>
                  <a:tcPr marL="36000" marR="36000" anchor="ctr">
                    <a:lnL w="952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779252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700" dirty="0"/>
                    </a:p>
                  </a:txBody>
                  <a:tcPr marL="36000" marR="36000" anchor="ctr">
                    <a:lnL w="952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143348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dirty="0">
                          <a:solidFill>
                            <a:schemeClr val="bg1"/>
                          </a:solidFill>
                        </a:rPr>
                        <a:t>9</a:t>
                      </a:r>
                      <a:endParaRPr lang="ko-KR" altLang="en-US" sz="700" dirty="0">
                        <a:solidFill>
                          <a:schemeClr val="bg1"/>
                        </a:solidFill>
                      </a:endParaRPr>
                    </a:p>
                  </a:txBody>
                  <a:tcPr marL="36000" marR="36000" anchor="ctr">
                    <a:lnL w="952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779252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700" dirty="0"/>
                    </a:p>
                  </a:txBody>
                  <a:tcPr marL="36000" marR="36000" anchor="ctr">
                    <a:lnL w="952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  <p:sp>
        <p:nvSpPr>
          <p:cNvPr id="53" name="TextBox 52">
            <a:extLst>
              <a:ext uri="{FF2B5EF4-FFF2-40B4-BE49-F238E27FC236}">
                <a16:creationId xmlns:a16="http://schemas.microsoft.com/office/drawing/2014/main" id="{D8081CA6-2CDB-8270-FAD8-3D69C1F38684}"/>
              </a:ext>
            </a:extLst>
          </p:cNvPr>
          <p:cNvSpPr txBox="1"/>
          <p:nvPr/>
        </p:nvSpPr>
        <p:spPr>
          <a:xfrm>
            <a:off x="848544" y="140969"/>
            <a:ext cx="1404156" cy="123111"/>
          </a:xfrm>
          <a:prstGeom prst="rect">
            <a:avLst/>
          </a:prstGeom>
          <a:noFill/>
        </p:spPr>
        <p:txBody>
          <a:bodyPr wrap="square" lIns="36000" tIns="0" rIns="36000" bIns="0" rtlCol="0">
            <a:spAutoFit/>
          </a:bodyPr>
          <a:lstStyle/>
          <a:p>
            <a:pPr defTabSz="779252">
              <a:defRPr/>
            </a:pPr>
            <a:r>
              <a:rPr lang="ko-KR" altLang="en-US" sz="800" dirty="0"/>
              <a:t>영향반경 분석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3B84CB84-06D6-4183-6C55-81F188FE0CD8}"/>
              </a:ext>
            </a:extLst>
          </p:cNvPr>
          <p:cNvSpPr txBox="1"/>
          <p:nvPr/>
        </p:nvSpPr>
        <p:spPr>
          <a:xfrm>
            <a:off x="2829780" y="140969"/>
            <a:ext cx="4355468" cy="123111"/>
          </a:xfrm>
          <a:prstGeom prst="rect">
            <a:avLst/>
          </a:prstGeom>
          <a:noFill/>
        </p:spPr>
        <p:txBody>
          <a:bodyPr wrap="square" lIns="36000" tIns="0" rIns="36000" bIns="0" rtlCol="0">
            <a:spAutoFit/>
          </a:bodyPr>
          <a:lstStyle/>
          <a:p>
            <a:pPr defTabSz="779252">
              <a:defRPr/>
            </a:pPr>
            <a:r>
              <a:rPr lang="ko-KR" altLang="en-US" sz="800" dirty="0"/>
              <a:t>홈 </a:t>
            </a:r>
            <a:r>
              <a:rPr lang="en-US" altLang="ko-KR" sz="800" dirty="0"/>
              <a:t>&gt; </a:t>
            </a:r>
            <a:r>
              <a:rPr lang="ko-KR" altLang="en-US" sz="800" dirty="0"/>
              <a:t>공간정보 </a:t>
            </a:r>
            <a:r>
              <a:rPr lang="en-US" altLang="ko-KR" sz="800" dirty="0"/>
              <a:t>&gt; </a:t>
            </a:r>
            <a:r>
              <a:rPr lang="ko-KR" altLang="en-US" sz="800" dirty="0"/>
              <a:t>지하수 시뮬레이션 </a:t>
            </a:r>
            <a:r>
              <a:rPr lang="en-US" altLang="ko-KR" sz="800" dirty="0"/>
              <a:t>&gt; </a:t>
            </a:r>
            <a:r>
              <a:rPr lang="ko-KR" altLang="en-US" sz="800" dirty="0"/>
              <a:t>영향반경 분석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EB5F236B-7835-ED4C-7235-9A001BA33619}"/>
              </a:ext>
            </a:extLst>
          </p:cNvPr>
          <p:cNvSpPr txBox="1"/>
          <p:nvPr/>
        </p:nvSpPr>
        <p:spPr>
          <a:xfrm>
            <a:off x="7943849" y="383584"/>
            <a:ext cx="1869281" cy="123111"/>
          </a:xfrm>
          <a:prstGeom prst="rect">
            <a:avLst/>
          </a:prstGeom>
          <a:noFill/>
        </p:spPr>
        <p:txBody>
          <a:bodyPr wrap="square" lIns="36000" tIns="0" rIns="36000" bIns="0" rtlCol="0">
            <a:spAutoFit/>
          </a:bodyPr>
          <a:lstStyle/>
          <a:p>
            <a:pPr defTabSz="779252">
              <a:defRPr/>
            </a:pPr>
            <a:r>
              <a:rPr lang="en-US" altLang="ko-KR" sz="800" dirty="0"/>
              <a:t>-</a:t>
            </a:r>
            <a:endParaRPr lang="ko-KR" altLang="en-US" sz="800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071A39FC-647E-3BDA-FFE6-4941D2A52344}"/>
              </a:ext>
            </a:extLst>
          </p:cNvPr>
          <p:cNvSpPr txBox="1"/>
          <p:nvPr/>
        </p:nvSpPr>
        <p:spPr>
          <a:xfrm>
            <a:off x="7896798" y="548968"/>
            <a:ext cx="1814825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800" dirty="0"/>
              <a:t>-</a:t>
            </a:r>
          </a:p>
        </p:txBody>
      </p:sp>
      <p:pic>
        <p:nvPicPr>
          <p:cNvPr id="10" name="그림 9">
            <a:extLst>
              <a:ext uri="{FF2B5EF4-FFF2-40B4-BE49-F238E27FC236}">
                <a16:creationId xmlns:a16="http://schemas.microsoft.com/office/drawing/2014/main" id="{18C4EA57-604F-1F58-9F11-91E341ED536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947" y="1306485"/>
            <a:ext cx="6943500" cy="37882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5954354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D620172-D3F7-8B61-37D0-02EDAC0394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>
            <a:extLst>
              <a:ext uri="{FF2B5EF4-FFF2-40B4-BE49-F238E27FC236}">
                <a16:creationId xmlns:a16="http://schemas.microsoft.com/office/drawing/2014/main" id="{E40C0964-3249-D2B0-2A93-373DCEFC417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2948" y="1358977"/>
            <a:ext cx="6843021" cy="3723506"/>
          </a:xfrm>
          <a:prstGeom prst="rect">
            <a:avLst/>
          </a:prstGeom>
        </p:spPr>
      </p:pic>
      <p:graphicFrame>
        <p:nvGraphicFramePr>
          <p:cNvPr id="4" name="표 3">
            <a:extLst>
              <a:ext uri="{FF2B5EF4-FFF2-40B4-BE49-F238E27FC236}">
                <a16:creationId xmlns:a16="http://schemas.microsoft.com/office/drawing/2014/main" id="{D1D57132-0982-04A9-C5A5-65616608D99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13314005"/>
              </p:ext>
            </p:extLst>
          </p:nvPr>
        </p:nvGraphicFramePr>
        <p:xfrm>
          <a:off x="7340221" y="1040381"/>
          <a:ext cx="2475275" cy="206248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873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21653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81876"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700" dirty="0" err="1">
                          <a:solidFill>
                            <a:schemeClr val="tx1"/>
                          </a:solidFill>
                        </a:rPr>
                        <a:t>주요설명</a:t>
                      </a:r>
                      <a:endParaRPr lang="ko-KR" altLang="en-US" sz="700" dirty="0">
                        <a:solidFill>
                          <a:schemeClr val="tx1"/>
                        </a:solidFill>
                      </a:endParaRPr>
                    </a:p>
                  </a:txBody>
                  <a:tcPr marL="36000" marR="36000" anchor="ctr">
                    <a:lnL w="952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900" dirty="0"/>
                    </a:p>
                  </a:txBody>
                  <a:tcPr marL="36000" marR="36000" anchor="ctr">
                    <a:lnT w="952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32585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dirty="0">
                          <a:solidFill>
                            <a:schemeClr val="bg1"/>
                          </a:solidFill>
                        </a:rPr>
                        <a:t>1</a:t>
                      </a:r>
                      <a:endParaRPr lang="ko-KR" altLang="en-US" sz="700" dirty="0">
                        <a:solidFill>
                          <a:schemeClr val="bg1"/>
                        </a:solidFill>
                      </a:endParaRPr>
                    </a:p>
                  </a:txBody>
                  <a:tcPr marL="36000" marR="36000" anchor="ctr">
                    <a:lnL w="952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779252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700" dirty="0"/>
                    </a:p>
                  </a:txBody>
                  <a:tcPr marL="36000" marR="36000" anchor="ctr">
                    <a:lnL w="952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13727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dirty="0">
                          <a:solidFill>
                            <a:schemeClr val="bg1"/>
                          </a:solidFill>
                        </a:rPr>
                        <a:t>2</a:t>
                      </a:r>
                      <a:endParaRPr lang="ko-KR" altLang="en-US" sz="700" dirty="0">
                        <a:solidFill>
                          <a:schemeClr val="bg1"/>
                        </a:solidFill>
                      </a:endParaRPr>
                    </a:p>
                  </a:txBody>
                  <a:tcPr marL="36000" marR="36000" anchor="ctr">
                    <a:lnL w="952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779252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700" dirty="0"/>
                    </a:p>
                  </a:txBody>
                  <a:tcPr marL="36000" marR="36000" anchor="ctr">
                    <a:lnL w="952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38923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dirty="0">
                          <a:solidFill>
                            <a:schemeClr val="bg1"/>
                          </a:solidFill>
                        </a:rPr>
                        <a:t>3</a:t>
                      </a:r>
                      <a:endParaRPr lang="ko-KR" altLang="en-US" sz="700" dirty="0">
                        <a:solidFill>
                          <a:schemeClr val="bg1"/>
                        </a:solidFill>
                      </a:endParaRPr>
                    </a:p>
                  </a:txBody>
                  <a:tcPr marL="36000" marR="36000" anchor="ctr">
                    <a:lnL w="952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700" dirty="0"/>
                    </a:p>
                  </a:txBody>
                  <a:tcPr marL="36000" marR="36000">
                    <a:lnL w="952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50342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dirty="0">
                          <a:solidFill>
                            <a:schemeClr val="bg1"/>
                          </a:solidFill>
                        </a:rPr>
                        <a:t>4</a:t>
                      </a:r>
                      <a:endParaRPr lang="ko-KR" altLang="en-US" sz="700" dirty="0">
                        <a:solidFill>
                          <a:schemeClr val="bg1"/>
                        </a:solidFill>
                      </a:endParaRPr>
                    </a:p>
                  </a:txBody>
                  <a:tcPr marL="36000" marR="36000" anchor="ctr">
                    <a:lnL w="952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700" dirty="0"/>
                    </a:p>
                  </a:txBody>
                  <a:tcPr marL="36000" marR="36000" anchor="ctr">
                    <a:lnL w="952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38923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dirty="0">
                          <a:solidFill>
                            <a:schemeClr val="bg1"/>
                          </a:solidFill>
                        </a:rPr>
                        <a:t>5</a:t>
                      </a:r>
                      <a:endParaRPr lang="ko-KR" altLang="en-US" sz="700" dirty="0">
                        <a:solidFill>
                          <a:schemeClr val="bg1"/>
                        </a:solidFill>
                      </a:endParaRPr>
                    </a:p>
                  </a:txBody>
                  <a:tcPr marL="36000" marR="36000" anchor="ctr">
                    <a:lnL w="952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700" dirty="0"/>
                    </a:p>
                  </a:txBody>
                  <a:tcPr marL="36000" marR="36000" anchor="ctr">
                    <a:lnL w="952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4940091"/>
                  </a:ext>
                </a:extLst>
              </a:tr>
              <a:tr h="138923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dirty="0">
                          <a:solidFill>
                            <a:schemeClr val="bg1"/>
                          </a:solidFill>
                        </a:rPr>
                        <a:t>6</a:t>
                      </a:r>
                      <a:endParaRPr lang="ko-KR" altLang="en-US" sz="700" dirty="0">
                        <a:solidFill>
                          <a:schemeClr val="bg1"/>
                        </a:solidFill>
                      </a:endParaRPr>
                    </a:p>
                  </a:txBody>
                  <a:tcPr marL="36000" marR="36000" anchor="ctr">
                    <a:lnL w="952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700" dirty="0"/>
                    </a:p>
                  </a:txBody>
                  <a:tcPr marL="36000" marR="36000" anchor="ctr">
                    <a:lnL w="952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75249605"/>
                  </a:ext>
                </a:extLst>
              </a:tr>
              <a:tr h="213727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b="0" dirty="0">
                          <a:solidFill>
                            <a:schemeClr val="bg1"/>
                          </a:solidFill>
                        </a:rPr>
                        <a:t>7</a:t>
                      </a:r>
                      <a:endParaRPr lang="ko-KR" altLang="en-US" sz="700" b="0" dirty="0">
                        <a:solidFill>
                          <a:schemeClr val="bg1"/>
                        </a:solidFill>
                      </a:endParaRPr>
                    </a:p>
                  </a:txBody>
                  <a:tcPr marL="36000" marR="36000" anchor="ctr">
                    <a:lnL w="952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700" b="0" dirty="0"/>
                    </a:p>
                  </a:txBody>
                  <a:tcPr marL="36000" marR="36000" anchor="ctr">
                    <a:lnL w="952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87983697"/>
                  </a:ext>
                </a:extLst>
              </a:tr>
              <a:tr h="138923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b="0" dirty="0">
                          <a:solidFill>
                            <a:schemeClr val="bg1"/>
                          </a:solidFill>
                        </a:rPr>
                        <a:t>8</a:t>
                      </a:r>
                      <a:endParaRPr lang="ko-KR" altLang="en-US" sz="700" b="0" dirty="0">
                        <a:solidFill>
                          <a:schemeClr val="bg1"/>
                        </a:solidFill>
                      </a:endParaRPr>
                    </a:p>
                  </a:txBody>
                  <a:tcPr marL="36000" marR="36000" anchor="ctr">
                    <a:lnL w="952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700" b="0" dirty="0"/>
                    </a:p>
                  </a:txBody>
                  <a:tcPr marL="36000" marR="36000" anchor="ctr">
                    <a:lnL w="952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7432640"/>
                  </a:ext>
                </a:extLst>
              </a:tr>
              <a:tr h="213727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b="0" dirty="0">
                          <a:solidFill>
                            <a:schemeClr val="bg1"/>
                          </a:solidFill>
                        </a:rPr>
                        <a:t>9</a:t>
                      </a:r>
                      <a:endParaRPr lang="ko-KR" altLang="en-US" sz="700" b="0" dirty="0">
                        <a:solidFill>
                          <a:schemeClr val="bg1"/>
                        </a:solidFill>
                      </a:endParaRPr>
                    </a:p>
                  </a:txBody>
                  <a:tcPr marL="36000" marR="36000" anchor="ctr">
                    <a:lnL w="952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700" dirty="0"/>
                    </a:p>
                  </a:txBody>
                  <a:tcPr marL="36000" marR="36000" anchor="ctr">
                    <a:lnL w="952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95420612"/>
                  </a:ext>
                </a:extLst>
              </a:tr>
            </a:tbl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07509D32-A481-C00F-7981-84BFC8279FB6}"/>
              </a:ext>
            </a:extLst>
          </p:cNvPr>
          <p:cNvSpPr txBox="1"/>
          <p:nvPr/>
        </p:nvSpPr>
        <p:spPr>
          <a:xfrm>
            <a:off x="7943849" y="140969"/>
            <a:ext cx="1869281" cy="123111"/>
          </a:xfrm>
          <a:prstGeom prst="rect">
            <a:avLst/>
          </a:prstGeom>
          <a:noFill/>
        </p:spPr>
        <p:txBody>
          <a:bodyPr wrap="square" lIns="36000" tIns="0" rIns="36000" bIns="0" rtlCol="0">
            <a:spAutoFit/>
          </a:bodyPr>
          <a:lstStyle/>
          <a:p>
            <a:pPr defTabSz="779252">
              <a:defRPr/>
            </a:pPr>
            <a:r>
              <a:rPr lang="ko-KR" altLang="en-US" sz="800" dirty="0"/>
              <a:t>포획구간 분석</a:t>
            </a:r>
          </a:p>
        </p:txBody>
      </p:sp>
      <p:graphicFrame>
        <p:nvGraphicFramePr>
          <p:cNvPr id="63" name="표 62">
            <a:extLst>
              <a:ext uri="{FF2B5EF4-FFF2-40B4-BE49-F238E27FC236}">
                <a16:creationId xmlns:a16="http://schemas.microsoft.com/office/drawing/2014/main" id="{80DF166C-07BC-4A01-1351-C36602065C9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66157024"/>
              </p:ext>
            </p:extLst>
          </p:nvPr>
        </p:nvGraphicFramePr>
        <p:xfrm>
          <a:off x="7340222" y="3200626"/>
          <a:ext cx="2475275" cy="203005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873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21653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02144"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700" dirty="0" err="1">
                          <a:solidFill>
                            <a:schemeClr val="tx1"/>
                          </a:solidFill>
                        </a:rPr>
                        <a:t>항목정의</a:t>
                      </a:r>
                      <a:endParaRPr lang="ko-KR" altLang="en-US" sz="700" dirty="0">
                        <a:solidFill>
                          <a:schemeClr val="tx1"/>
                        </a:solidFill>
                      </a:endParaRPr>
                    </a:p>
                  </a:txBody>
                  <a:tcPr marL="36000" marR="36000" anchor="ctr">
                    <a:lnL w="952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900" dirty="0"/>
                    </a:p>
                  </a:txBody>
                  <a:tcPr marL="36000" marR="36000" anchor="ctr">
                    <a:lnT w="952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43348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dirty="0">
                          <a:solidFill>
                            <a:schemeClr val="bg1"/>
                          </a:solidFill>
                        </a:rPr>
                        <a:t>1</a:t>
                      </a:r>
                      <a:endParaRPr lang="ko-KR" altLang="en-US" sz="700" dirty="0">
                        <a:solidFill>
                          <a:schemeClr val="bg1"/>
                        </a:solidFill>
                      </a:endParaRPr>
                    </a:p>
                  </a:txBody>
                  <a:tcPr marL="36000" marR="36000" anchor="ctr">
                    <a:lnL w="952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779252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700" dirty="0"/>
                    </a:p>
                  </a:txBody>
                  <a:tcPr marL="36000" marR="36000" anchor="ctr">
                    <a:lnL w="952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20536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dirty="0">
                          <a:solidFill>
                            <a:schemeClr val="bg1"/>
                          </a:solidFill>
                        </a:rPr>
                        <a:t>2</a:t>
                      </a:r>
                      <a:endParaRPr lang="ko-KR" altLang="en-US" sz="700" dirty="0">
                        <a:solidFill>
                          <a:schemeClr val="bg1"/>
                        </a:solidFill>
                      </a:endParaRPr>
                    </a:p>
                  </a:txBody>
                  <a:tcPr marL="36000" marR="36000" anchor="ctr">
                    <a:lnL w="952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779252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700" dirty="0"/>
                    </a:p>
                  </a:txBody>
                  <a:tcPr marL="36000" marR="36000" anchor="ctr">
                    <a:lnL w="952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78496699"/>
                  </a:ext>
                </a:extLst>
              </a:tr>
              <a:tr h="220536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dirty="0">
                          <a:solidFill>
                            <a:schemeClr val="bg1"/>
                          </a:solidFill>
                        </a:rPr>
                        <a:t>3</a:t>
                      </a:r>
                      <a:endParaRPr lang="ko-KR" altLang="en-US" sz="700" dirty="0">
                        <a:solidFill>
                          <a:schemeClr val="bg1"/>
                        </a:solidFill>
                      </a:endParaRPr>
                    </a:p>
                  </a:txBody>
                  <a:tcPr marL="36000" marR="36000" anchor="ctr">
                    <a:lnL w="952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779252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700" dirty="0"/>
                    </a:p>
                  </a:txBody>
                  <a:tcPr marL="36000" marR="36000" anchor="ctr">
                    <a:lnL w="952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74657358"/>
                  </a:ext>
                </a:extLst>
              </a:tr>
              <a:tr h="143348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dirty="0">
                          <a:solidFill>
                            <a:schemeClr val="bg1"/>
                          </a:solidFill>
                        </a:rPr>
                        <a:t>4</a:t>
                      </a:r>
                      <a:endParaRPr lang="ko-KR" altLang="en-US" sz="700" dirty="0">
                        <a:solidFill>
                          <a:schemeClr val="bg1"/>
                        </a:solidFill>
                      </a:endParaRPr>
                    </a:p>
                  </a:txBody>
                  <a:tcPr marL="36000" marR="36000" anchor="ctr">
                    <a:lnL w="952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779252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700" dirty="0"/>
                    </a:p>
                  </a:txBody>
                  <a:tcPr marL="36000" marR="36000" anchor="ctr">
                    <a:lnL w="952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85883552"/>
                  </a:ext>
                </a:extLst>
              </a:tr>
              <a:tr h="143348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dirty="0">
                          <a:solidFill>
                            <a:schemeClr val="bg1"/>
                          </a:solidFill>
                        </a:rPr>
                        <a:t>5</a:t>
                      </a:r>
                      <a:endParaRPr lang="ko-KR" altLang="en-US" sz="700" dirty="0">
                        <a:solidFill>
                          <a:schemeClr val="bg1"/>
                        </a:solidFill>
                      </a:endParaRPr>
                    </a:p>
                  </a:txBody>
                  <a:tcPr marL="36000" marR="36000" anchor="ctr">
                    <a:lnL w="952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779252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700" dirty="0"/>
                    </a:p>
                  </a:txBody>
                  <a:tcPr marL="36000" marR="36000" anchor="ctr">
                    <a:lnL w="952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17954222"/>
                  </a:ext>
                </a:extLst>
              </a:tr>
              <a:tr h="143348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dirty="0">
                          <a:solidFill>
                            <a:schemeClr val="bg1"/>
                          </a:solidFill>
                        </a:rPr>
                        <a:t>6</a:t>
                      </a:r>
                      <a:endParaRPr lang="ko-KR" altLang="en-US" sz="700" dirty="0">
                        <a:solidFill>
                          <a:schemeClr val="bg1"/>
                        </a:solidFill>
                      </a:endParaRPr>
                    </a:p>
                  </a:txBody>
                  <a:tcPr marL="36000" marR="36000" anchor="ctr">
                    <a:lnL w="952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779252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700" dirty="0"/>
                    </a:p>
                  </a:txBody>
                  <a:tcPr marL="36000" marR="36000" anchor="ctr">
                    <a:lnL w="952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64582118"/>
                  </a:ext>
                </a:extLst>
              </a:tr>
              <a:tr h="143348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dirty="0">
                          <a:solidFill>
                            <a:schemeClr val="bg1"/>
                          </a:solidFill>
                        </a:rPr>
                        <a:t>7</a:t>
                      </a:r>
                      <a:endParaRPr lang="ko-KR" altLang="en-US" sz="700" dirty="0">
                        <a:solidFill>
                          <a:schemeClr val="bg1"/>
                        </a:solidFill>
                      </a:endParaRPr>
                    </a:p>
                  </a:txBody>
                  <a:tcPr marL="36000" marR="36000" anchor="ctr">
                    <a:lnL w="952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779252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700" dirty="0"/>
                    </a:p>
                  </a:txBody>
                  <a:tcPr marL="36000" marR="36000" anchor="ctr">
                    <a:lnL w="952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13639997"/>
                  </a:ext>
                </a:extLst>
              </a:tr>
              <a:tr h="143348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dirty="0">
                          <a:solidFill>
                            <a:schemeClr val="bg1"/>
                          </a:solidFill>
                        </a:rPr>
                        <a:t>8</a:t>
                      </a:r>
                      <a:endParaRPr lang="ko-KR" altLang="en-US" sz="700" dirty="0">
                        <a:solidFill>
                          <a:schemeClr val="bg1"/>
                        </a:solidFill>
                      </a:endParaRPr>
                    </a:p>
                  </a:txBody>
                  <a:tcPr marL="36000" marR="36000" anchor="ctr">
                    <a:lnL w="952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779252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700" dirty="0"/>
                    </a:p>
                  </a:txBody>
                  <a:tcPr marL="36000" marR="36000" anchor="ctr">
                    <a:lnL w="952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143348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dirty="0">
                          <a:solidFill>
                            <a:schemeClr val="bg1"/>
                          </a:solidFill>
                        </a:rPr>
                        <a:t>9</a:t>
                      </a:r>
                      <a:endParaRPr lang="ko-KR" altLang="en-US" sz="700" dirty="0">
                        <a:solidFill>
                          <a:schemeClr val="bg1"/>
                        </a:solidFill>
                      </a:endParaRPr>
                    </a:p>
                  </a:txBody>
                  <a:tcPr marL="36000" marR="36000" anchor="ctr">
                    <a:lnL w="952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779252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700" dirty="0"/>
                    </a:p>
                  </a:txBody>
                  <a:tcPr marL="36000" marR="36000" anchor="ctr">
                    <a:lnL w="952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  <p:sp>
        <p:nvSpPr>
          <p:cNvPr id="53" name="TextBox 52">
            <a:extLst>
              <a:ext uri="{FF2B5EF4-FFF2-40B4-BE49-F238E27FC236}">
                <a16:creationId xmlns:a16="http://schemas.microsoft.com/office/drawing/2014/main" id="{4AAE28AB-BEFA-7A0E-F5E1-CFD78AD874F7}"/>
              </a:ext>
            </a:extLst>
          </p:cNvPr>
          <p:cNvSpPr txBox="1"/>
          <p:nvPr/>
        </p:nvSpPr>
        <p:spPr>
          <a:xfrm>
            <a:off x="848544" y="140969"/>
            <a:ext cx="1404156" cy="123111"/>
          </a:xfrm>
          <a:prstGeom prst="rect">
            <a:avLst/>
          </a:prstGeom>
          <a:noFill/>
        </p:spPr>
        <p:txBody>
          <a:bodyPr wrap="square" lIns="36000" tIns="0" rIns="36000" bIns="0" rtlCol="0">
            <a:spAutoFit/>
          </a:bodyPr>
          <a:lstStyle/>
          <a:p>
            <a:pPr defTabSz="779252">
              <a:defRPr/>
            </a:pPr>
            <a:r>
              <a:rPr lang="ko-KR" altLang="en-US" sz="800" dirty="0"/>
              <a:t>포획구간 분석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CC3C1FAA-0871-AC7F-3C65-291D81E2E138}"/>
              </a:ext>
            </a:extLst>
          </p:cNvPr>
          <p:cNvSpPr txBox="1"/>
          <p:nvPr/>
        </p:nvSpPr>
        <p:spPr>
          <a:xfrm>
            <a:off x="2829780" y="140969"/>
            <a:ext cx="4355468" cy="123111"/>
          </a:xfrm>
          <a:prstGeom prst="rect">
            <a:avLst/>
          </a:prstGeom>
          <a:noFill/>
        </p:spPr>
        <p:txBody>
          <a:bodyPr wrap="square" lIns="36000" tIns="0" rIns="36000" bIns="0" rtlCol="0">
            <a:spAutoFit/>
          </a:bodyPr>
          <a:lstStyle/>
          <a:p>
            <a:pPr defTabSz="779252">
              <a:defRPr/>
            </a:pPr>
            <a:r>
              <a:rPr lang="ko-KR" altLang="en-US" sz="800" dirty="0"/>
              <a:t>홈 </a:t>
            </a:r>
            <a:r>
              <a:rPr lang="en-US" altLang="ko-KR" sz="800" dirty="0"/>
              <a:t>&gt; </a:t>
            </a:r>
            <a:r>
              <a:rPr lang="ko-KR" altLang="en-US" sz="800" dirty="0"/>
              <a:t>공간정보 </a:t>
            </a:r>
            <a:r>
              <a:rPr lang="en-US" altLang="ko-KR" sz="800" dirty="0"/>
              <a:t>&gt; </a:t>
            </a:r>
            <a:r>
              <a:rPr lang="ko-KR" altLang="en-US" sz="800" dirty="0"/>
              <a:t>지하수 시뮬레이션 </a:t>
            </a:r>
            <a:r>
              <a:rPr lang="en-US" altLang="ko-KR" sz="800" dirty="0"/>
              <a:t>&gt; </a:t>
            </a:r>
            <a:r>
              <a:rPr lang="ko-KR" altLang="en-US" sz="800" dirty="0"/>
              <a:t>포획구간 분석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A97FE803-1595-10C5-F9BC-5A956220A60F}"/>
              </a:ext>
            </a:extLst>
          </p:cNvPr>
          <p:cNvSpPr txBox="1"/>
          <p:nvPr/>
        </p:nvSpPr>
        <p:spPr>
          <a:xfrm>
            <a:off x="7943849" y="383584"/>
            <a:ext cx="1869281" cy="123111"/>
          </a:xfrm>
          <a:prstGeom prst="rect">
            <a:avLst/>
          </a:prstGeom>
          <a:noFill/>
        </p:spPr>
        <p:txBody>
          <a:bodyPr wrap="square" lIns="36000" tIns="0" rIns="36000" bIns="0" rtlCol="0">
            <a:spAutoFit/>
          </a:bodyPr>
          <a:lstStyle/>
          <a:p>
            <a:pPr defTabSz="779252">
              <a:defRPr/>
            </a:pPr>
            <a:r>
              <a:rPr lang="en-US" altLang="ko-KR" sz="800" dirty="0"/>
              <a:t>-</a:t>
            </a:r>
            <a:endParaRPr lang="ko-KR" altLang="en-US" sz="800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CC8499BB-DFFC-AB7A-A4DC-5D69B35B6052}"/>
              </a:ext>
            </a:extLst>
          </p:cNvPr>
          <p:cNvSpPr txBox="1"/>
          <p:nvPr/>
        </p:nvSpPr>
        <p:spPr>
          <a:xfrm>
            <a:off x="7896798" y="548968"/>
            <a:ext cx="1814825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800" dirty="0"/>
              <a:t>-</a:t>
            </a:r>
          </a:p>
        </p:txBody>
      </p:sp>
      <p:pic>
        <p:nvPicPr>
          <p:cNvPr id="9" name="그림 8">
            <a:extLst>
              <a:ext uri="{FF2B5EF4-FFF2-40B4-BE49-F238E27FC236}">
                <a16:creationId xmlns:a16="http://schemas.microsoft.com/office/drawing/2014/main" id="{37CD5899-0487-1C42-A8B8-38FBB84CBEB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92966" y="1825714"/>
            <a:ext cx="2790031" cy="27900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6708606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2C62237-70B4-E3BB-A9B2-56E0FFA321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그림 8">
            <a:extLst>
              <a:ext uri="{FF2B5EF4-FFF2-40B4-BE49-F238E27FC236}">
                <a16:creationId xmlns:a16="http://schemas.microsoft.com/office/drawing/2014/main" id="{DFCD56B1-E94A-DA95-0222-3CB33FD6715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2949" y="1358978"/>
            <a:ext cx="6752846" cy="3701802"/>
          </a:xfrm>
          <a:prstGeom prst="rect">
            <a:avLst/>
          </a:prstGeom>
        </p:spPr>
      </p:pic>
      <p:graphicFrame>
        <p:nvGraphicFramePr>
          <p:cNvPr id="4" name="표 3">
            <a:extLst>
              <a:ext uri="{FF2B5EF4-FFF2-40B4-BE49-F238E27FC236}">
                <a16:creationId xmlns:a16="http://schemas.microsoft.com/office/drawing/2014/main" id="{1760609D-FA47-725B-413F-14B4F48D84E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33251513"/>
              </p:ext>
            </p:extLst>
          </p:nvPr>
        </p:nvGraphicFramePr>
        <p:xfrm>
          <a:off x="7340221" y="1040381"/>
          <a:ext cx="2475275" cy="206248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873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21653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81876"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700" dirty="0" err="1">
                          <a:solidFill>
                            <a:schemeClr val="tx1"/>
                          </a:solidFill>
                        </a:rPr>
                        <a:t>주요설명</a:t>
                      </a:r>
                      <a:endParaRPr lang="ko-KR" altLang="en-US" sz="700" dirty="0">
                        <a:solidFill>
                          <a:schemeClr val="tx1"/>
                        </a:solidFill>
                      </a:endParaRPr>
                    </a:p>
                  </a:txBody>
                  <a:tcPr marL="36000" marR="36000" anchor="ctr">
                    <a:lnL w="952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900" dirty="0"/>
                    </a:p>
                  </a:txBody>
                  <a:tcPr marL="36000" marR="36000" anchor="ctr">
                    <a:lnT w="952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32585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dirty="0">
                          <a:solidFill>
                            <a:schemeClr val="bg1"/>
                          </a:solidFill>
                        </a:rPr>
                        <a:t>1</a:t>
                      </a:r>
                      <a:endParaRPr lang="ko-KR" altLang="en-US" sz="700" dirty="0">
                        <a:solidFill>
                          <a:schemeClr val="bg1"/>
                        </a:solidFill>
                      </a:endParaRPr>
                    </a:p>
                  </a:txBody>
                  <a:tcPr marL="36000" marR="36000" anchor="ctr">
                    <a:lnL w="952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779252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700" dirty="0"/>
                    </a:p>
                  </a:txBody>
                  <a:tcPr marL="36000" marR="36000" anchor="ctr">
                    <a:lnL w="952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13727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dirty="0">
                          <a:solidFill>
                            <a:schemeClr val="bg1"/>
                          </a:solidFill>
                        </a:rPr>
                        <a:t>2</a:t>
                      </a:r>
                      <a:endParaRPr lang="ko-KR" altLang="en-US" sz="700" dirty="0">
                        <a:solidFill>
                          <a:schemeClr val="bg1"/>
                        </a:solidFill>
                      </a:endParaRPr>
                    </a:p>
                  </a:txBody>
                  <a:tcPr marL="36000" marR="36000" anchor="ctr">
                    <a:lnL w="952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779252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700" dirty="0"/>
                    </a:p>
                  </a:txBody>
                  <a:tcPr marL="36000" marR="36000" anchor="ctr">
                    <a:lnL w="952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38923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dirty="0">
                          <a:solidFill>
                            <a:schemeClr val="bg1"/>
                          </a:solidFill>
                        </a:rPr>
                        <a:t>3</a:t>
                      </a:r>
                      <a:endParaRPr lang="ko-KR" altLang="en-US" sz="700" dirty="0">
                        <a:solidFill>
                          <a:schemeClr val="bg1"/>
                        </a:solidFill>
                      </a:endParaRPr>
                    </a:p>
                  </a:txBody>
                  <a:tcPr marL="36000" marR="36000" anchor="ctr">
                    <a:lnL w="952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700" dirty="0"/>
                    </a:p>
                  </a:txBody>
                  <a:tcPr marL="36000" marR="36000">
                    <a:lnL w="952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50342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dirty="0">
                          <a:solidFill>
                            <a:schemeClr val="bg1"/>
                          </a:solidFill>
                        </a:rPr>
                        <a:t>4</a:t>
                      </a:r>
                      <a:endParaRPr lang="ko-KR" altLang="en-US" sz="700" dirty="0">
                        <a:solidFill>
                          <a:schemeClr val="bg1"/>
                        </a:solidFill>
                      </a:endParaRPr>
                    </a:p>
                  </a:txBody>
                  <a:tcPr marL="36000" marR="36000" anchor="ctr">
                    <a:lnL w="952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700" dirty="0"/>
                    </a:p>
                  </a:txBody>
                  <a:tcPr marL="36000" marR="36000" anchor="ctr">
                    <a:lnL w="952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38923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dirty="0">
                          <a:solidFill>
                            <a:schemeClr val="bg1"/>
                          </a:solidFill>
                        </a:rPr>
                        <a:t>5</a:t>
                      </a:r>
                      <a:endParaRPr lang="ko-KR" altLang="en-US" sz="700" dirty="0">
                        <a:solidFill>
                          <a:schemeClr val="bg1"/>
                        </a:solidFill>
                      </a:endParaRPr>
                    </a:p>
                  </a:txBody>
                  <a:tcPr marL="36000" marR="36000" anchor="ctr">
                    <a:lnL w="952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700" dirty="0"/>
                    </a:p>
                  </a:txBody>
                  <a:tcPr marL="36000" marR="36000" anchor="ctr">
                    <a:lnL w="952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4940091"/>
                  </a:ext>
                </a:extLst>
              </a:tr>
              <a:tr h="138923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dirty="0">
                          <a:solidFill>
                            <a:schemeClr val="bg1"/>
                          </a:solidFill>
                        </a:rPr>
                        <a:t>6</a:t>
                      </a:r>
                      <a:endParaRPr lang="ko-KR" altLang="en-US" sz="700" dirty="0">
                        <a:solidFill>
                          <a:schemeClr val="bg1"/>
                        </a:solidFill>
                      </a:endParaRPr>
                    </a:p>
                  </a:txBody>
                  <a:tcPr marL="36000" marR="36000" anchor="ctr">
                    <a:lnL w="952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700" dirty="0"/>
                    </a:p>
                  </a:txBody>
                  <a:tcPr marL="36000" marR="36000" anchor="ctr">
                    <a:lnL w="952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75249605"/>
                  </a:ext>
                </a:extLst>
              </a:tr>
              <a:tr h="213727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b="0" dirty="0">
                          <a:solidFill>
                            <a:schemeClr val="bg1"/>
                          </a:solidFill>
                        </a:rPr>
                        <a:t>7</a:t>
                      </a:r>
                      <a:endParaRPr lang="ko-KR" altLang="en-US" sz="700" b="0" dirty="0">
                        <a:solidFill>
                          <a:schemeClr val="bg1"/>
                        </a:solidFill>
                      </a:endParaRPr>
                    </a:p>
                  </a:txBody>
                  <a:tcPr marL="36000" marR="36000" anchor="ctr">
                    <a:lnL w="952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700" b="0" dirty="0"/>
                    </a:p>
                  </a:txBody>
                  <a:tcPr marL="36000" marR="36000" anchor="ctr">
                    <a:lnL w="952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87983697"/>
                  </a:ext>
                </a:extLst>
              </a:tr>
              <a:tr h="138923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b="0" dirty="0">
                          <a:solidFill>
                            <a:schemeClr val="bg1"/>
                          </a:solidFill>
                        </a:rPr>
                        <a:t>8</a:t>
                      </a:r>
                      <a:endParaRPr lang="ko-KR" altLang="en-US" sz="700" b="0" dirty="0">
                        <a:solidFill>
                          <a:schemeClr val="bg1"/>
                        </a:solidFill>
                      </a:endParaRPr>
                    </a:p>
                  </a:txBody>
                  <a:tcPr marL="36000" marR="36000" anchor="ctr">
                    <a:lnL w="952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700" b="0" dirty="0"/>
                    </a:p>
                  </a:txBody>
                  <a:tcPr marL="36000" marR="36000" anchor="ctr">
                    <a:lnL w="952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7432640"/>
                  </a:ext>
                </a:extLst>
              </a:tr>
              <a:tr h="213727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b="0" dirty="0">
                          <a:solidFill>
                            <a:schemeClr val="bg1"/>
                          </a:solidFill>
                        </a:rPr>
                        <a:t>9</a:t>
                      </a:r>
                      <a:endParaRPr lang="ko-KR" altLang="en-US" sz="700" b="0" dirty="0">
                        <a:solidFill>
                          <a:schemeClr val="bg1"/>
                        </a:solidFill>
                      </a:endParaRPr>
                    </a:p>
                  </a:txBody>
                  <a:tcPr marL="36000" marR="36000" anchor="ctr">
                    <a:lnL w="952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700" dirty="0"/>
                    </a:p>
                  </a:txBody>
                  <a:tcPr marL="36000" marR="36000" anchor="ctr">
                    <a:lnL w="952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95420612"/>
                  </a:ext>
                </a:extLst>
              </a:tr>
            </a:tbl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F3A99C5F-BBD3-A88B-F3D9-7B6ABF0F096C}"/>
              </a:ext>
            </a:extLst>
          </p:cNvPr>
          <p:cNvSpPr txBox="1"/>
          <p:nvPr/>
        </p:nvSpPr>
        <p:spPr>
          <a:xfrm>
            <a:off x="7943849" y="140969"/>
            <a:ext cx="1869281" cy="123111"/>
          </a:xfrm>
          <a:prstGeom prst="rect">
            <a:avLst/>
          </a:prstGeom>
          <a:noFill/>
        </p:spPr>
        <p:txBody>
          <a:bodyPr wrap="square" lIns="36000" tIns="0" rIns="36000" bIns="0" rtlCol="0">
            <a:spAutoFit/>
          </a:bodyPr>
          <a:lstStyle/>
          <a:p>
            <a:pPr defTabSz="779252">
              <a:defRPr/>
            </a:pPr>
            <a:r>
              <a:rPr lang="ko-KR" altLang="en-US" sz="800" dirty="0"/>
              <a:t>유동방향 분석</a:t>
            </a:r>
          </a:p>
        </p:txBody>
      </p:sp>
      <p:graphicFrame>
        <p:nvGraphicFramePr>
          <p:cNvPr id="63" name="표 62">
            <a:extLst>
              <a:ext uri="{FF2B5EF4-FFF2-40B4-BE49-F238E27FC236}">
                <a16:creationId xmlns:a16="http://schemas.microsoft.com/office/drawing/2014/main" id="{EDDFE72A-3E41-194C-439C-EA902C8851E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36969439"/>
              </p:ext>
            </p:extLst>
          </p:nvPr>
        </p:nvGraphicFramePr>
        <p:xfrm>
          <a:off x="7340222" y="3200626"/>
          <a:ext cx="2475275" cy="203005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873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21653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02144"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700" dirty="0" err="1">
                          <a:solidFill>
                            <a:schemeClr val="tx1"/>
                          </a:solidFill>
                        </a:rPr>
                        <a:t>항목정의</a:t>
                      </a:r>
                      <a:endParaRPr lang="ko-KR" altLang="en-US" sz="700" dirty="0">
                        <a:solidFill>
                          <a:schemeClr val="tx1"/>
                        </a:solidFill>
                      </a:endParaRPr>
                    </a:p>
                  </a:txBody>
                  <a:tcPr marL="36000" marR="36000" anchor="ctr">
                    <a:lnL w="952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900" dirty="0"/>
                    </a:p>
                  </a:txBody>
                  <a:tcPr marL="36000" marR="36000" anchor="ctr">
                    <a:lnT w="952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43348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dirty="0">
                          <a:solidFill>
                            <a:schemeClr val="bg1"/>
                          </a:solidFill>
                        </a:rPr>
                        <a:t>1</a:t>
                      </a:r>
                      <a:endParaRPr lang="ko-KR" altLang="en-US" sz="700" dirty="0">
                        <a:solidFill>
                          <a:schemeClr val="bg1"/>
                        </a:solidFill>
                      </a:endParaRPr>
                    </a:p>
                  </a:txBody>
                  <a:tcPr marL="36000" marR="36000" anchor="ctr">
                    <a:lnL w="952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779252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700" dirty="0"/>
                    </a:p>
                  </a:txBody>
                  <a:tcPr marL="36000" marR="36000" anchor="ctr">
                    <a:lnL w="952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20536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dirty="0">
                          <a:solidFill>
                            <a:schemeClr val="bg1"/>
                          </a:solidFill>
                        </a:rPr>
                        <a:t>2</a:t>
                      </a:r>
                      <a:endParaRPr lang="ko-KR" altLang="en-US" sz="700" dirty="0">
                        <a:solidFill>
                          <a:schemeClr val="bg1"/>
                        </a:solidFill>
                      </a:endParaRPr>
                    </a:p>
                  </a:txBody>
                  <a:tcPr marL="36000" marR="36000" anchor="ctr">
                    <a:lnL w="952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779252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700" dirty="0"/>
                    </a:p>
                  </a:txBody>
                  <a:tcPr marL="36000" marR="36000" anchor="ctr">
                    <a:lnL w="952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78496699"/>
                  </a:ext>
                </a:extLst>
              </a:tr>
              <a:tr h="220536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dirty="0">
                          <a:solidFill>
                            <a:schemeClr val="bg1"/>
                          </a:solidFill>
                        </a:rPr>
                        <a:t>3</a:t>
                      </a:r>
                      <a:endParaRPr lang="ko-KR" altLang="en-US" sz="700" dirty="0">
                        <a:solidFill>
                          <a:schemeClr val="bg1"/>
                        </a:solidFill>
                      </a:endParaRPr>
                    </a:p>
                  </a:txBody>
                  <a:tcPr marL="36000" marR="36000" anchor="ctr">
                    <a:lnL w="952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779252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700" dirty="0"/>
                    </a:p>
                  </a:txBody>
                  <a:tcPr marL="36000" marR="36000" anchor="ctr">
                    <a:lnL w="952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74657358"/>
                  </a:ext>
                </a:extLst>
              </a:tr>
              <a:tr h="143348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dirty="0">
                          <a:solidFill>
                            <a:schemeClr val="bg1"/>
                          </a:solidFill>
                        </a:rPr>
                        <a:t>4</a:t>
                      </a:r>
                      <a:endParaRPr lang="ko-KR" altLang="en-US" sz="700" dirty="0">
                        <a:solidFill>
                          <a:schemeClr val="bg1"/>
                        </a:solidFill>
                      </a:endParaRPr>
                    </a:p>
                  </a:txBody>
                  <a:tcPr marL="36000" marR="36000" anchor="ctr">
                    <a:lnL w="952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779252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700" dirty="0"/>
                    </a:p>
                  </a:txBody>
                  <a:tcPr marL="36000" marR="36000" anchor="ctr">
                    <a:lnL w="952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85883552"/>
                  </a:ext>
                </a:extLst>
              </a:tr>
              <a:tr h="143348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dirty="0">
                          <a:solidFill>
                            <a:schemeClr val="bg1"/>
                          </a:solidFill>
                        </a:rPr>
                        <a:t>5</a:t>
                      </a:r>
                      <a:endParaRPr lang="ko-KR" altLang="en-US" sz="700" dirty="0">
                        <a:solidFill>
                          <a:schemeClr val="bg1"/>
                        </a:solidFill>
                      </a:endParaRPr>
                    </a:p>
                  </a:txBody>
                  <a:tcPr marL="36000" marR="36000" anchor="ctr">
                    <a:lnL w="952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779252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700" dirty="0"/>
                    </a:p>
                  </a:txBody>
                  <a:tcPr marL="36000" marR="36000" anchor="ctr">
                    <a:lnL w="952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17954222"/>
                  </a:ext>
                </a:extLst>
              </a:tr>
              <a:tr h="143348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dirty="0">
                          <a:solidFill>
                            <a:schemeClr val="bg1"/>
                          </a:solidFill>
                        </a:rPr>
                        <a:t>6</a:t>
                      </a:r>
                      <a:endParaRPr lang="ko-KR" altLang="en-US" sz="700" dirty="0">
                        <a:solidFill>
                          <a:schemeClr val="bg1"/>
                        </a:solidFill>
                      </a:endParaRPr>
                    </a:p>
                  </a:txBody>
                  <a:tcPr marL="36000" marR="36000" anchor="ctr">
                    <a:lnL w="952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779252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700" dirty="0"/>
                    </a:p>
                  </a:txBody>
                  <a:tcPr marL="36000" marR="36000" anchor="ctr">
                    <a:lnL w="952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64582118"/>
                  </a:ext>
                </a:extLst>
              </a:tr>
              <a:tr h="143348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dirty="0">
                          <a:solidFill>
                            <a:schemeClr val="bg1"/>
                          </a:solidFill>
                        </a:rPr>
                        <a:t>7</a:t>
                      </a:r>
                      <a:endParaRPr lang="ko-KR" altLang="en-US" sz="700" dirty="0">
                        <a:solidFill>
                          <a:schemeClr val="bg1"/>
                        </a:solidFill>
                      </a:endParaRPr>
                    </a:p>
                  </a:txBody>
                  <a:tcPr marL="36000" marR="36000" anchor="ctr">
                    <a:lnL w="952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779252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700" dirty="0"/>
                    </a:p>
                  </a:txBody>
                  <a:tcPr marL="36000" marR="36000" anchor="ctr">
                    <a:lnL w="952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13639997"/>
                  </a:ext>
                </a:extLst>
              </a:tr>
              <a:tr h="143348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dirty="0">
                          <a:solidFill>
                            <a:schemeClr val="bg1"/>
                          </a:solidFill>
                        </a:rPr>
                        <a:t>8</a:t>
                      </a:r>
                      <a:endParaRPr lang="ko-KR" altLang="en-US" sz="700" dirty="0">
                        <a:solidFill>
                          <a:schemeClr val="bg1"/>
                        </a:solidFill>
                      </a:endParaRPr>
                    </a:p>
                  </a:txBody>
                  <a:tcPr marL="36000" marR="36000" anchor="ctr">
                    <a:lnL w="952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779252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700" dirty="0"/>
                    </a:p>
                  </a:txBody>
                  <a:tcPr marL="36000" marR="36000" anchor="ctr">
                    <a:lnL w="952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143348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dirty="0">
                          <a:solidFill>
                            <a:schemeClr val="bg1"/>
                          </a:solidFill>
                        </a:rPr>
                        <a:t>9</a:t>
                      </a:r>
                      <a:endParaRPr lang="ko-KR" altLang="en-US" sz="700" dirty="0">
                        <a:solidFill>
                          <a:schemeClr val="bg1"/>
                        </a:solidFill>
                      </a:endParaRPr>
                    </a:p>
                  </a:txBody>
                  <a:tcPr marL="36000" marR="36000" anchor="ctr">
                    <a:lnL w="952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779252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700" dirty="0"/>
                    </a:p>
                  </a:txBody>
                  <a:tcPr marL="36000" marR="36000" anchor="ctr">
                    <a:lnL w="952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  <p:sp>
        <p:nvSpPr>
          <p:cNvPr id="53" name="TextBox 52">
            <a:extLst>
              <a:ext uri="{FF2B5EF4-FFF2-40B4-BE49-F238E27FC236}">
                <a16:creationId xmlns:a16="http://schemas.microsoft.com/office/drawing/2014/main" id="{87EDB495-3C58-1739-D015-031A08FA1BD3}"/>
              </a:ext>
            </a:extLst>
          </p:cNvPr>
          <p:cNvSpPr txBox="1"/>
          <p:nvPr/>
        </p:nvSpPr>
        <p:spPr>
          <a:xfrm>
            <a:off x="848544" y="140969"/>
            <a:ext cx="1404156" cy="123111"/>
          </a:xfrm>
          <a:prstGeom prst="rect">
            <a:avLst/>
          </a:prstGeom>
          <a:noFill/>
        </p:spPr>
        <p:txBody>
          <a:bodyPr wrap="square" lIns="36000" tIns="0" rIns="36000" bIns="0" rtlCol="0">
            <a:spAutoFit/>
          </a:bodyPr>
          <a:lstStyle/>
          <a:p>
            <a:pPr defTabSz="779252">
              <a:defRPr/>
            </a:pPr>
            <a:r>
              <a:rPr lang="ko-KR" altLang="en-US" sz="800" dirty="0"/>
              <a:t>유동방향 분석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F141EC57-B3EC-C74B-894E-B4AB6C396BB8}"/>
              </a:ext>
            </a:extLst>
          </p:cNvPr>
          <p:cNvSpPr txBox="1"/>
          <p:nvPr/>
        </p:nvSpPr>
        <p:spPr>
          <a:xfrm>
            <a:off x="2829780" y="140969"/>
            <a:ext cx="4355468" cy="123111"/>
          </a:xfrm>
          <a:prstGeom prst="rect">
            <a:avLst/>
          </a:prstGeom>
          <a:noFill/>
        </p:spPr>
        <p:txBody>
          <a:bodyPr wrap="square" lIns="36000" tIns="0" rIns="36000" bIns="0" rtlCol="0">
            <a:spAutoFit/>
          </a:bodyPr>
          <a:lstStyle/>
          <a:p>
            <a:pPr defTabSz="779252">
              <a:defRPr/>
            </a:pPr>
            <a:r>
              <a:rPr lang="ko-KR" altLang="en-US" sz="800" dirty="0"/>
              <a:t>홈 </a:t>
            </a:r>
            <a:r>
              <a:rPr lang="en-US" altLang="ko-KR" sz="800" dirty="0"/>
              <a:t>&gt; </a:t>
            </a:r>
            <a:r>
              <a:rPr lang="ko-KR" altLang="en-US" sz="800" dirty="0"/>
              <a:t>공간정보 </a:t>
            </a:r>
            <a:r>
              <a:rPr lang="en-US" altLang="ko-KR" sz="800" dirty="0"/>
              <a:t>&gt; </a:t>
            </a:r>
            <a:r>
              <a:rPr lang="ko-KR" altLang="en-US" sz="800" dirty="0"/>
              <a:t>지하수 시뮬레이션 </a:t>
            </a:r>
            <a:r>
              <a:rPr lang="en-US" altLang="ko-KR" sz="800" dirty="0"/>
              <a:t>&gt; </a:t>
            </a:r>
            <a:r>
              <a:rPr lang="ko-KR" altLang="en-US" sz="800" dirty="0"/>
              <a:t>유동방향 분석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7AAD6086-C20B-FA77-3BAA-5329D7C51398}"/>
              </a:ext>
            </a:extLst>
          </p:cNvPr>
          <p:cNvSpPr txBox="1"/>
          <p:nvPr/>
        </p:nvSpPr>
        <p:spPr>
          <a:xfrm>
            <a:off x="7943849" y="383584"/>
            <a:ext cx="1869281" cy="123111"/>
          </a:xfrm>
          <a:prstGeom prst="rect">
            <a:avLst/>
          </a:prstGeom>
          <a:noFill/>
        </p:spPr>
        <p:txBody>
          <a:bodyPr wrap="square" lIns="36000" tIns="0" rIns="36000" bIns="0" rtlCol="0">
            <a:spAutoFit/>
          </a:bodyPr>
          <a:lstStyle/>
          <a:p>
            <a:pPr defTabSz="779252">
              <a:defRPr/>
            </a:pPr>
            <a:r>
              <a:rPr lang="en-US" altLang="ko-KR" sz="800" dirty="0"/>
              <a:t>-</a:t>
            </a:r>
            <a:endParaRPr lang="ko-KR" altLang="en-US" sz="800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0CE045D9-0895-C0B2-60E6-6B88A807B497}"/>
              </a:ext>
            </a:extLst>
          </p:cNvPr>
          <p:cNvSpPr txBox="1"/>
          <p:nvPr/>
        </p:nvSpPr>
        <p:spPr>
          <a:xfrm>
            <a:off x="7896798" y="548968"/>
            <a:ext cx="1814825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800" dirty="0"/>
              <a:t>-</a:t>
            </a:r>
          </a:p>
        </p:txBody>
      </p:sp>
      <p:grpSp>
        <p:nvGrpSpPr>
          <p:cNvPr id="10" name="그룹 9">
            <a:extLst>
              <a:ext uri="{FF2B5EF4-FFF2-40B4-BE49-F238E27FC236}">
                <a16:creationId xmlns:a16="http://schemas.microsoft.com/office/drawing/2014/main" id="{72886069-D7B6-120F-8F0C-57161A90256F}"/>
              </a:ext>
            </a:extLst>
          </p:cNvPr>
          <p:cNvGrpSpPr/>
          <p:nvPr/>
        </p:nvGrpSpPr>
        <p:grpSpPr>
          <a:xfrm>
            <a:off x="1262959" y="1772983"/>
            <a:ext cx="3403663" cy="3251270"/>
            <a:chOff x="1172957" y="1479373"/>
            <a:chExt cx="3583665" cy="3442506"/>
          </a:xfrm>
        </p:grpSpPr>
        <p:pic>
          <p:nvPicPr>
            <p:cNvPr id="11" name="Picture 3">
              <a:extLst>
                <a:ext uri="{FF2B5EF4-FFF2-40B4-BE49-F238E27FC236}">
                  <a16:creationId xmlns:a16="http://schemas.microsoft.com/office/drawing/2014/main" id="{9DEDCB32-520E-8F4B-AD32-9150B2A9F30F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172958" y="1479373"/>
              <a:ext cx="3583664" cy="344250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sp>
          <p:nvSpPr>
            <p:cNvPr id="12" name="타원 11">
              <a:extLst>
                <a:ext uri="{FF2B5EF4-FFF2-40B4-BE49-F238E27FC236}">
                  <a16:creationId xmlns:a16="http://schemas.microsoft.com/office/drawing/2014/main" id="{BC7FE07D-0D39-1191-F17B-0C99739A6A28}"/>
                </a:ext>
              </a:extLst>
            </p:cNvPr>
            <p:cNvSpPr/>
            <p:nvPr/>
          </p:nvSpPr>
          <p:spPr>
            <a:xfrm>
              <a:off x="1172957" y="1479373"/>
              <a:ext cx="3559611" cy="3442506"/>
            </a:xfrm>
            <a:prstGeom prst="ellipse">
              <a:avLst/>
            </a:prstGeom>
            <a:noFill/>
            <a:ln>
              <a:solidFill>
                <a:schemeClr val="accent1"/>
              </a:solidFill>
              <a:prstDash val="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3890269809"/>
      </p:ext>
    </p:extLst>
  </p:cSld>
  <p:clrMapOvr>
    <a:masterClrMapping/>
  </p:clrMapOvr>
</p:sld>
</file>

<file path=ppt/theme/theme1.xml><?xml version="1.0" encoding="utf-8"?>
<a:theme xmlns:a="http://schemas.openxmlformats.org/drawingml/2006/main" name="2_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txDef>
      <a:spPr>
        <a:noFill/>
      </a:spPr>
      <a:bodyPr wrap="none" rtlCol="0">
        <a:spAutoFit/>
      </a:bodyPr>
      <a:lstStyle>
        <a:defPPr algn="l">
          <a:defRPr sz="800" smtClean="0"/>
        </a:defPPr>
      </a:lstStyle>
    </a:txDef>
  </a:objectDefaults>
  <a:extraClrSchemeLst/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_rels/item4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4.xml"/></Relationships>
</file>

<file path=customXml/_rels/item5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5.xml"/></Relationships>
</file>

<file path=customXml/_rels/item6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6.xml"/></Relationships>
</file>

<file path=customXml/_rels/item7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7.xml"/></Relationships>
</file>

<file path=customXml/_rels/item8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8.xml"/></Relationships>
</file>

<file path=customXml/_rels/item9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9.xml"/></Relationships>
</file>

<file path=customXml/_rels/item10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0.xml"/></Relationships>
</file>

<file path=customXml/_rels/item1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1.xml"/></Relationships>
</file>

<file path=customXml/_rels/item1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2.xml"/></Relationships>
</file>

<file path=customXml/_rels/item1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3.xml"/></Relationships>
</file>

<file path=customXml/_rels/item14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4.xml"/></Relationships>
</file>

<file path=customXml/_rels/item15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5.xml"/></Relationships>
</file>

<file path=customXml/_rels/item16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6.xml"/></Relationships>
</file>

<file path=customXml/_rels/item17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7.xml"/></Relationships>
</file>

<file path=customXml/_rels/item18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8.xml"/></Relationships>
</file>

<file path=customXml/_rels/item19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9.xml"/></Relationships>
</file>

<file path=customXml/_rels/item20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0.xml"/></Relationships>
</file>

<file path=customXml/_rels/item2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1.xml"/></Relationships>
</file>

<file path=customXml/_rels/item2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2.xml"/></Relationships>
</file>

<file path=customXml/_rels/item2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3.xml"/></Relationships>
</file>

<file path=customXml/_rels/item24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4.xml"/></Relationships>
</file>

<file path=customXml/_rels/item25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5.xml"/></Relationships>
</file>

<file path=customXml/_rels/item26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6.xml"/></Relationships>
</file>

<file path=customXml/_rels/item27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7.xml"/></Relationships>
</file>

<file path=customXml/_rels/item28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8.xml"/></Relationships>
</file>

<file path=customXml/_rels/item29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9.xml"/></Relationships>
</file>

<file path=customXml/_rels/item30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0.xml"/></Relationships>
</file>

<file path=customXml/_rels/item3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1.xml"/></Relationships>
</file>

<file path=customXml/_rels/item3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2.xml"/></Relationships>
</file>

<file path=customXml/_rels/item3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3.xml"/></Relationships>
</file>

<file path=customXml/_rels/item34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4.xml"/></Relationships>
</file>

<file path=customXml/item1.xml><?xml version="1.0" encoding="utf-8"?>
<Control xmlns="http://schemas.microsoft.com/VisualStudio/2011/storyboarding/control">
  <Id Name="System.Storyboarding.Common.Button" Revision="1" Stencil="System.Storyboarding.Common" StencilVersion="0.1"/>
</Control>
</file>

<file path=customXml/item2.xml><?xml version="1.0" encoding="utf-8"?>
<Control xmlns="http://schemas.microsoft.com/VisualStudio/2011/storyboarding/control">
  <Id Name="System.Storyboarding.Common.Button" Revision="1" Stencil="System.Storyboarding.Common" StencilVersion="0.1"/>
</Control>
</file>

<file path=customXml/item3.xml><?xml version="1.0" encoding="utf-8"?>
<Control xmlns="http://schemas.microsoft.com/VisualStudio/2011/storyboarding/control">
  <Id Name="System.Storyboarding.Common.Button" Revision="1" Stencil="System.Storyboarding.Common" StencilVersion="0.1"/>
</Control>
</file>

<file path=customXml/item4.xml><?xml version="1.0" encoding="utf-8"?>
<Control xmlns="http://schemas.microsoft.com/VisualStudio/2011/storyboarding/control">
  <Id Name="System.Storyboarding.Common.Button" Revision="1" Stencil="System.Storyboarding.Common" StencilVersion="0.1"/>
</Control>
</file>

<file path=customXml/item5.xml><?xml version="1.0" encoding="utf-8"?>
<Control xmlns="http://schemas.microsoft.com/VisualStudio/2011/storyboarding/control">
  <Id Name="System.Storyboarding.Common.Button" Revision="1" Stencil="System.Storyboarding.Common" StencilVersion="0.1"/>
</Control>
</file>

<file path=customXml/item6.xml><?xml version="1.0" encoding="utf-8"?>
<Control xmlns="http://schemas.microsoft.com/VisualStudio/2011/storyboarding/control">
  <Id Name="System.Storyboarding.Common.Button" Revision="1" Stencil="System.Storyboarding.Common" StencilVersion="0.1"/>
</Control>
</file>

<file path=customXml/item7.xml><?xml version="1.0" encoding="utf-8"?>
<Control xmlns="http://schemas.microsoft.com/VisualStudio/2011/storyboarding/control">
  <Id Name="System.Storyboarding.Common.Button" Revision="1" Stencil="System.Storyboarding.Common" StencilVersion="0.1"/>
</Control>
</file>

<file path=customXml/item8.xml><?xml version="1.0" encoding="utf-8"?>
<Control xmlns="http://schemas.microsoft.com/VisualStudio/2011/storyboarding/control">
  <Id Name="System.Storyboarding.Common.Button" Revision="1" Stencil="System.Storyboarding.Common" StencilVersion="0.1"/>
</Control>
</file>

<file path=customXml/item9.xml><?xml version="1.0" encoding="utf-8"?>
<Control xmlns="http://schemas.microsoft.com/VisualStudio/2011/storyboarding/control">
  <Id Name="System.Storyboarding.Common.Button" Revision="1" Stencil="System.Storyboarding.Common" StencilVersion="0.1"/>
</Control>
</file>

<file path=customXml/item10.xml><?xml version="1.0" encoding="utf-8"?>
<Control xmlns="http://schemas.microsoft.com/VisualStudio/2011/storyboarding/control">
  <Id Name="System.Storyboarding.Common.Button" Revision="1" Stencil="System.Storyboarding.Common" StencilVersion="0.1"/>
</Control>
</file>

<file path=customXml/item11.xml><?xml version="1.0" encoding="utf-8"?>
<Control xmlns="http://schemas.microsoft.com/VisualStudio/2011/storyboarding/control">
  <Id Name="System.Storyboarding.Common.Button" Revision="1" Stencil="System.Storyboarding.Common" StencilVersion="0.1"/>
</Control>
</file>

<file path=customXml/item12.xml><?xml version="1.0" encoding="utf-8"?>
<Control xmlns="http://schemas.microsoft.com/VisualStudio/2011/storyboarding/control">
  <Id Name="System.Storyboarding.Common.Button" Revision="1" Stencil="System.Storyboarding.Common" StencilVersion="0.1"/>
</Control>
</file>

<file path=customXml/item13.xml><?xml version="1.0" encoding="utf-8"?>
<Control xmlns="http://schemas.microsoft.com/VisualStudio/2011/storyboarding/control">
  <Id Name="System.Storyboarding.Common.Button" Revision="1" Stencil="System.Storyboarding.Common" StencilVersion="0.1"/>
</Control>
</file>

<file path=customXml/item14.xml><?xml version="1.0" encoding="utf-8"?>
<Control xmlns="http://schemas.microsoft.com/VisualStudio/2011/storyboarding/control">
  <Id Name="System.Storyboarding.Common.Button" Revision="1" Stencil="System.Storyboarding.Common" StencilVersion="0.1"/>
</Control>
</file>

<file path=customXml/item15.xml><?xml version="1.0" encoding="utf-8"?>
<Control xmlns="http://schemas.microsoft.com/VisualStudio/2011/storyboarding/control">
  <Id Name="System.Storyboarding.Common.Button" Revision="1" Stencil="System.Storyboarding.Common" StencilVersion="0.1"/>
</Control>
</file>

<file path=customXml/item16.xml><?xml version="1.0" encoding="utf-8"?>
<Control xmlns="http://schemas.microsoft.com/VisualStudio/2011/storyboarding/control">
  <Id Name="System.Storyboarding.Common.Button" Revision="1" Stencil="System.Storyboarding.Common" StencilVersion="0.1"/>
</Control>
</file>

<file path=customXml/item17.xml><?xml version="1.0" encoding="utf-8"?>
<Control xmlns="http://schemas.microsoft.com/VisualStudio/2011/storyboarding/control">
  <Id Name="System.Storyboarding.Common.Button" Revision="1" Stencil="System.Storyboarding.Common" StencilVersion="0.1"/>
</Control>
</file>

<file path=customXml/item18.xml><?xml version="1.0" encoding="utf-8"?>
<Control xmlns="http://schemas.microsoft.com/VisualStudio/2011/storyboarding/control">
  <Id Name="System.Storyboarding.Common.Button" Revision="1" Stencil="System.Storyboarding.Common" StencilVersion="0.1"/>
</Control>
</file>

<file path=customXml/item19.xml><?xml version="1.0" encoding="utf-8"?>
<Control xmlns="http://schemas.microsoft.com/VisualStudio/2011/storyboarding/control">
  <Id Name="System.Storyboarding.Common.Button" Revision="1" Stencil="System.Storyboarding.Common" StencilVersion="0.1"/>
</Control>
</file>

<file path=customXml/item20.xml><?xml version="1.0" encoding="utf-8"?>
<Control xmlns="http://schemas.microsoft.com/VisualStudio/2011/storyboarding/control">
  <Id Name="System.Storyboarding.Common.Button" Revision="1" Stencil="System.Storyboarding.Common" StencilVersion="0.1"/>
</Control>
</file>

<file path=customXml/item21.xml><?xml version="1.0" encoding="utf-8"?>
<Control xmlns="http://schemas.microsoft.com/VisualStudio/2011/storyboarding/control">
  <Id Name="System.Storyboarding.Common.Button" Revision="1" Stencil="System.Storyboarding.Common" StencilVersion="0.1"/>
</Control>
</file>

<file path=customXml/item22.xml><?xml version="1.0" encoding="utf-8"?>
<Control xmlns="http://schemas.microsoft.com/VisualStudio/2011/storyboarding/control">
  <Id Name="System.Storyboarding.Common.Button" Revision="1" Stencil="System.Storyboarding.Common" StencilVersion="0.1"/>
</Control>
</file>

<file path=customXml/item23.xml><?xml version="1.0" encoding="utf-8"?>
<Control xmlns="http://schemas.microsoft.com/VisualStudio/2011/storyboarding/control">
  <Id Name="System.Storyboarding.Common.Button" Revision="1" Stencil="System.Storyboarding.Common" StencilVersion="0.1"/>
</Control>
</file>

<file path=customXml/item24.xml><?xml version="1.0" encoding="utf-8"?>
<Control xmlns="http://schemas.microsoft.com/VisualStudio/2011/storyboarding/control">
  <Id Name="System.Storyboarding.Common.Button" Revision="1" Stencil="System.Storyboarding.Common" StencilVersion="0.1"/>
</Control>
</file>

<file path=customXml/item25.xml><?xml version="1.0" encoding="utf-8"?>
<Control xmlns="http://schemas.microsoft.com/VisualStudio/2011/storyboarding/control">
  <Id Name="System.Storyboarding.Common.Button" Revision="1" Stencil="System.Storyboarding.Common" StencilVersion="0.1"/>
</Control>
</file>

<file path=customXml/item26.xml><?xml version="1.0" encoding="utf-8"?>
<Control xmlns="http://schemas.microsoft.com/VisualStudio/2011/storyboarding/control">
  <Id Name="System.Storyboarding.Common.Button" Revision="1" Stencil="System.Storyboarding.Common" StencilVersion="0.1"/>
</Control>
</file>

<file path=customXml/item27.xml><?xml version="1.0" encoding="utf-8"?>
<Control xmlns="http://schemas.microsoft.com/VisualStudio/2011/storyboarding/control">
  <Id Name="System.Storyboarding.Common.Button" Revision="1" Stencil="System.Storyboarding.Common" StencilVersion="0.1"/>
</Control>
</file>

<file path=customXml/item28.xml><?xml version="1.0" encoding="utf-8"?>
<Control xmlns="http://schemas.microsoft.com/VisualStudio/2011/storyboarding/control">
  <Id Name="System.Storyboarding.Common.Button" Revision="1" Stencil="System.Storyboarding.Common" StencilVersion="0.1"/>
</Control>
</file>

<file path=customXml/item29.xml><?xml version="1.0" encoding="utf-8"?>
<Control xmlns="http://schemas.microsoft.com/VisualStudio/2011/storyboarding/control">
  <Id Name="System.Storyboarding.Common.Button" Revision="1" Stencil="System.Storyboarding.Common" StencilVersion="0.1"/>
</Control>
</file>

<file path=customXml/item30.xml><?xml version="1.0" encoding="utf-8"?>
<Control xmlns="http://schemas.microsoft.com/VisualStudio/2011/storyboarding/control">
  <Id Name="System.Storyboarding.Common.Button" Revision="1" Stencil="System.Storyboarding.Common" StencilVersion="0.1"/>
</Control>
</file>

<file path=customXml/item31.xml><?xml version="1.0" encoding="utf-8"?>
<Control xmlns="http://schemas.microsoft.com/VisualStudio/2011/storyboarding/control">
  <Id Name="System.Storyboarding.Common.Button" Revision="1" Stencil="System.Storyboarding.Common" StencilVersion="0.1"/>
</Control>
</file>

<file path=customXml/item32.xml><?xml version="1.0" encoding="utf-8"?>
<Control xmlns="http://schemas.microsoft.com/VisualStudio/2011/storyboarding/control">
  <Id Name="System.Storyboarding.Common.Button" Revision="1" Stencil="System.Storyboarding.Common" StencilVersion="0.1"/>
</Control>
</file>

<file path=customXml/item33.xml><?xml version="1.0" encoding="utf-8"?>
<Control xmlns="http://schemas.microsoft.com/VisualStudio/2011/storyboarding/control">
  <Id Name="System.Storyboarding.Common.Button" Revision="1" Stencil="System.Storyboarding.Common" StencilVersion="0.1"/>
</Control>
</file>

<file path=customXml/item34.xml><?xml version="1.0" encoding="utf-8"?>
<Control xmlns="http://schemas.microsoft.com/VisualStudio/2011/storyboarding/control">
  <Id Name="System.Storyboarding.Common.Button" Revision="1" Stencil="System.Storyboarding.Common" StencilVersion="0.1"/>
</Control>
</file>

<file path=customXml/itemProps1.xml><?xml version="1.0" encoding="utf-8"?>
<ds:datastoreItem xmlns:ds="http://schemas.openxmlformats.org/officeDocument/2006/customXml" ds:itemID="{F32519C7-3935-437D-B753-0FE9E472F2DF}">
  <ds:schemaRefs>
    <ds:schemaRef ds:uri="http://schemas.microsoft.com/VisualStudio/2011/storyboarding/control"/>
  </ds:schemaRefs>
</ds:datastoreItem>
</file>

<file path=customXml/itemProps2.xml><?xml version="1.0" encoding="utf-8"?>
<ds:datastoreItem xmlns:ds="http://schemas.openxmlformats.org/officeDocument/2006/customXml" ds:itemID="{3EEEA02B-55BD-41FD-B80F-CB668D068252}">
  <ds:schemaRefs>
    <ds:schemaRef ds:uri="http://schemas.microsoft.com/VisualStudio/2011/storyboarding/control"/>
  </ds:schemaRefs>
</ds:datastoreItem>
</file>

<file path=customXml/itemProps3.xml><?xml version="1.0" encoding="utf-8"?>
<ds:datastoreItem xmlns:ds="http://schemas.openxmlformats.org/officeDocument/2006/customXml" ds:itemID="{57724B36-3AEE-496E-B9EC-B8DCA7E4E56A}">
  <ds:schemaRefs>
    <ds:schemaRef ds:uri="http://schemas.microsoft.com/VisualStudio/2011/storyboarding/control"/>
  </ds:schemaRefs>
</ds:datastoreItem>
</file>

<file path=customXml/itemProps4.xml><?xml version="1.0" encoding="utf-8"?>
<ds:datastoreItem xmlns:ds="http://schemas.openxmlformats.org/officeDocument/2006/customXml" ds:itemID="{4D7D29E8-1051-4391-AD97-4AC0B07B4EBB}">
  <ds:schemaRefs>
    <ds:schemaRef ds:uri="http://schemas.microsoft.com/VisualStudio/2011/storyboarding/control"/>
  </ds:schemaRefs>
</ds:datastoreItem>
</file>

<file path=customXml/itemProps5.xml><?xml version="1.0" encoding="utf-8"?>
<ds:datastoreItem xmlns:ds="http://schemas.openxmlformats.org/officeDocument/2006/customXml" ds:itemID="{D508F52A-8B6C-4E86-9003-DC4361EED066}">
  <ds:schemaRefs>
    <ds:schemaRef ds:uri="http://schemas.microsoft.com/VisualStudio/2011/storyboarding/control"/>
  </ds:schemaRefs>
</ds:datastoreItem>
</file>

<file path=customXml/itemProps6.xml><?xml version="1.0" encoding="utf-8"?>
<ds:datastoreItem xmlns:ds="http://schemas.openxmlformats.org/officeDocument/2006/customXml" ds:itemID="{BEB7091D-4C42-4813-AEFE-81366CD7768A}">
  <ds:schemaRefs>
    <ds:schemaRef ds:uri="http://schemas.microsoft.com/VisualStudio/2011/storyboarding/control"/>
  </ds:schemaRefs>
</ds:datastoreItem>
</file>

<file path=customXml/itemProps7.xml><?xml version="1.0" encoding="utf-8"?>
<ds:datastoreItem xmlns:ds="http://schemas.openxmlformats.org/officeDocument/2006/customXml" ds:itemID="{575A6C93-C1AB-415C-878B-278A1EFAA4A8}">
  <ds:schemaRefs>
    <ds:schemaRef ds:uri="http://schemas.microsoft.com/VisualStudio/2011/storyboarding/control"/>
  </ds:schemaRefs>
</ds:datastoreItem>
</file>

<file path=customXml/itemProps8.xml><?xml version="1.0" encoding="utf-8"?>
<ds:datastoreItem xmlns:ds="http://schemas.openxmlformats.org/officeDocument/2006/customXml" ds:itemID="{F3F8F07E-B7E3-4815-92CF-68934A2B2708}">
  <ds:schemaRefs>
    <ds:schemaRef ds:uri="http://schemas.microsoft.com/VisualStudio/2011/storyboarding/control"/>
  </ds:schemaRefs>
</ds:datastoreItem>
</file>

<file path=customXml/itemProps9.xml><?xml version="1.0" encoding="utf-8"?>
<ds:datastoreItem xmlns:ds="http://schemas.openxmlformats.org/officeDocument/2006/customXml" ds:itemID="{EB977F5E-E671-401C-B3B5-E0FD3FB4EAEF}">
  <ds:schemaRefs>
    <ds:schemaRef ds:uri="http://schemas.microsoft.com/VisualStudio/2011/storyboarding/control"/>
  </ds:schemaRefs>
</ds:datastoreItem>
</file>

<file path=customXml/itemProps10.xml><?xml version="1.0" encoding="utf-8"?>
<ds:datastoreItem xmlns:ds="http://schemas.openxmlformats.org/officeDocument/2006/customXml" ds:itemID="{ECD26F98-9960-4F65-877B-1B55DF535A9F}">
  <ds:schemaRefs>
    <ds:schemaRef ds:uri="http://schemas.microsoft.com/VisualStudio/2011/storyboarding/control"/>
  </ds:schemaRefs>
</ds:datastoreItem>
</file>

<file path=customXml/itemProps11.xml><?xml version="1.0" encoding="utf-8"?>
<ds:datastoreItem xmlns:ds="http://schemas.openxmlformats.org/officeDocument/2006/customXml" ds:itemID="{93830CEE-967A-4C9F-B5CF-57A773B33E51}">
  <ds:schemaRefs>
    <ds:schemaRef ds:uri="http://schemas.microsoft.com/VisualStudio/2011/storyboarding/control"/>
  </ds:schemaRefs>
</ds:datastoreItem>
</file>

<file path=customXml/itemProps12.xml><?xml version="1.0" encoding="utf-8"?>
<ds:datastoreItem xmlns:ds="http://schemas.openxmlformats.org/officeDocument/2006/customXml" ds:itemID="{BB80A0CD-F4C7-4E68-917D-F3DA3FF140CC}">
  <ds:schemaRefs>
    <ds:schemaRef ds:uri="http://schemas.microsoft.com/VisualStudio/2011/storyboarding/control"/>
  </ds:schemaRefs>
</ds:datastoreItem>
</file>

<file path=customXml/itemProps13.xml><?xml version="1.0" encoding="utf-8"?>
<ds:datastoreItem xmlns:ds="http://schemas.openxmlformats.org/officeDocument/2006/customXml" ds:itemID="{591D7519-F481-4ED6-B4E1-358AC2045BC4}">
  <ds:schemaRefs>
    <ds:schemaRef ds:uri="http://schemas.microsoft.com/VisualStudio/2011/storyboarding/control"/>
  </ds:schemaRefs>
</ds:datastoreItem>
</file>

<file path=customXml/itemProps14.xml><?xml version="1.0" encoding="utf-8"?>
<ds:datastoreItem xmlns:ds="http://schemas.openxmlformats.org/officeDocument/2006/customXml" ds:itemID="{7C3FB558-E3B2-4668-AA25-E356F80BB159}">
  <ds:schemaRefs>
    <ds:schemaRef ds:uri="http://schemas.microsoft.com/VisualStudio/2011/storyboarding/control"/>
  </ds:schemaRefs>
</ds:datastoreItem>
</file>

<file path=customXml/itemProps15.xml><?xml version="1.0" encoding="utf-8"?>
<ds:datastoreItem xmlns:ds="http://schemas.openxmlformats.org/officeDocument/2006/customXml" ds:itemID="{8A8FFDD0-6B59-458F-8A05-2EF4687271A3}">
  <ds:schemaRefs>
    <ds:schemaRef ds:uri="http://schemas.microsoft.com/VisualStudio/2011/storyboarding/control"/>
  </ds:schemaRefs>
</ds:datastoreItem>
</file>

<file path=customXml/itemProps16.xml><?xml version="1.0" encoding="utf-8"?>
<ds:datastoreItem xmlns:ds="http://schemas.openxmlformats.org/officeDocument/2006/customXml" ds:itemID="{9BB005D4-205F-412C-BA37-910D3A41369E}">
  <ds:schemaRefs>
    <ds:schemaRef ds:uri="http://schemas.microsoft.com/VisualStudio/2011/storyboarding/control"/>
  </ds:schemaRefs>
</ds:datastoreItem>
</file>

<file path=customXml/itemProps17.xml><?xml version="1.0" encoding="utf-8"?>
<ds:datastoreItem xmlns:ds="http://schemas.openxmlformats.org/officeDocument/2006/customXml" ds:itemID="{DF360D64-45BC-4070-A25F-0CAFE6CEBFD6}">
  <ds:schemaRefs>
    <ds:schemaRef ds:uri="http://schemas.microsoft.com/VisualStudio/2011/storyboarding/control"/>
  </ds:schemaRefs>
</ds:datastoreItem>
</file>

<file path=customXml/itemProps18.xml><?xml version="1.0" encoding="utf-8"?>
<ds:datastoreItem xmlns:ds="http://schemas.openxmlformats.org/officeDocument/2006/customXml" ds:itemID="{AB5C0D2C-E5D9-45BD-8626-0D942D5259C5}">
  <ds:schemaRefs>
    <ds:schemaRef ds:uri="http://schemas.microsoft.com/VisualStudio/2011/storyboarding/control"/>
  </ds:schemaRefs>
</ds:datastoreItem>
</file>

<file path=customXml/itemProps19.xml><?xml version="1.0" encoding="utf-8"?>
<ds:datastoreItem xmlns:ds="http://schemas.openxmlformats.org/officeDocument/2006/customXml" ds:itemID="{D2822735-5344-4484-8CC7-3CBEB1CEC426}">
  <ds:schemaRefs>
    <ds:schemaRef ds:uri="http://schemas.microsoft.com/VisualStudio/2011/storyboarding/control"/>
  </ds:schemaRefs>
</ds:datastoreItem>
</file>

<file path=customXml/itemProps20.xml><?xml version="1.0" encoding="utf-8"?>
<ds:datastoreItem xmlns:ds="http://schemas.openxmlformats.org/officeDocument/2006/customXml" ds:itemID="{826588FE-FC49-436A-BB74-4270B943D784}">
  <ds:schemaRefs>
    <ds:schemaRef ds:uri="http://schemas.microsoft.com/VisualStudio/2011/storyboarding/control"/>
  </ds:schemaRefs>
</ds:datastoreItem>
</file>

<file path=customXml/itemProps21.xml><?xml version="1.0" encoding="utf-8"?>
<ds:datastoreItem xmlns:ds="http://schemas.openxmlformats.org/officeDocument/2006/customXml" ds:itemID="{71F383E7-78A8-40B8-87F0-90D09575BAF0}">
  <ds:schemaRefs>
    <ds:schemaRef ds:uri="http://schemas.microsoft.com/VisualStudio/2011/storyboarding/control"/>
  </ds:schemaRefs>
</ds:datastoreItem>
</file>

<file path=customXml/itemProps22.xml><?xml version="1.0" encoding="utf-8"?>
<ds:datastoreItem xmlns:ds="http://schemas.openxmlformats.org/officeDocument/2006/customXml" ds:itemID="{D8E3E9F9-A85A-4A08-B7A6-BF1CEBA6FD4C}">
  <ds:schemaRefs>
    <ds:schemaRef ds:uri="http://schemas.microsoft.com/VisualStudio/2011/storyboarding/control"/>
  </ds:schemaRefs>
</ds:datastoreItem>
</file>

<file path=customXml/itemProps23.xml><?xml version="1.0" encoding="utf-8"?>
<ds:datastoreItem xmlns:ds="http://schemas.openxmlformats.org/officeDocument/2006/customXml" ds:itemID="{BAD9BA95-9202-4357-AC0A-9999E028E588}">
  <ds:schemaRefs>
    <ds:schemaRef ds:uri="http://schemas.microsoft.com/VisualStudio/2011/storyboarding/control"/>
  </ds:schemaRefs>
</ds:datastoreItem>
</file>

<file path=customXml/itemProps24.xml><?xml version="1.0" encoding="utf-8"?>
<ds:datastoreItem xmlns:ds="http://schemas.openxmlformats.org/officeDocument/2006/customXml" ds:itemID="{DD139A19-29A2-46B3-A7EC-2EBD27CCEAF4}">
  <ds:schemaRefs>
    <ds:schemaRef ds:uri="http://schemas.microsoft.com/VisualStudio/2011/storyboarding/control"/>
  </ds:schemaRefs>
</ds:datastoreItem>
</file>

<file path=customXml/itemProps25.xml><?xml version="1.0" encoding="utf-8"?>
<ds:datastoreItem xmlns:ds="http://schemas.openxmlformats.org/officeDocument/2006/customXml" ds:itemID="{224BD690-7648-4600-9750-B622B55B3F68}">
  <ds:schemaRefs>
    <ds:schemaRef ds:uri="http://schemas.microsoft.com/VisualStudio/2011/storyboarding/control"/>
  </ds:schemaRefs>
</ds:datastoreItem>
</file>

<file path=customXml/itemProps26.xml><?xml version="1.0" encoding="utf-8"?>
<ds:datastoreItem xmlns:ds="http://schemas.openxmlformats.org/officeDocument/2006/customXml" ds:itemID="{265AB456-B336-45C0-B725-3C2C95775FA3}">
  <ds:schemaRefs>
    <ds:schemaRef ds:uri="http://schemas.microsoft.com/VisualStudio/2011/storyboarding/control"/>
  </ds:schemaRefs>
</ds:datastoreItem>
</file>

<file path=customXml/itemProps27.xml><?xml version="1.0" encoding="utf-8"?>
<ds:datastoreItem xmlns:ds="http://schemas.openxmlformats.org/officeDocument/2006/customXml" ds:itemID="{98D72B74-1C31-47BC-823C-99C79F2E12B9}">
  <ds:schemaRefs>
    <ds:schemaRef ds:uri="http://schemas.microsoft.com/VisualStudio/2011/storyboarding/control"/>
  </ds:schemaRefs>
</ds:datastoreItem>
</file>

<file path=customXml/itemProps28.xml><?xml version="1.0" encoding="utf-8"?>
<ds:datastoreItem xmlns:ds="http://schemas.openxmlformats.org/officeDocument/2006/customXml" ds:itemID="{1138DA8A-EC6B-4B8A-9A19-F540F8B72B17}">
  <ds:schemaRefs>
    <ds:schemaRef ds:uri="http://schemas.microsoft.com/VisualStudio/2011/storyboarding/control"/>
  </ds:schemaRefs>
</ds:datastoreItem>
</file>

<file path=customXml/itemProps29.xml><?xml version="1.0" encoding="utf-8"?>
<ds:datastoreItem xmlns:ds="http://schemas.openxmlformats.org/officeDocument/2006/customXml" ds:itemID="{B22EC528-88C7-409E-A6AC-BD02E170914F}">
  <ds:schemaRefs>
    <ds:schemaRef ds:uri="http://schemas.microsoft.com/VisualStudio/2011/storyboarding/control"/>
  </ds:schemaRefs>
</ds:datastoreItem>
</file>

<file path=customXml/itemProps30.xml><?xml version="1.0" encoding="utf-8"?>
<ds:datastoreItem xmlns:ds="http://schemas.openxmlformats.org/officeDocument/2006/customXml" ds:itemID="{EE118CFC-50F0-45B0-8058-150395D789A6}">
  <ds:schemaRefs>
    <ds:schemaRef ds:uri="http://schemas.microsoft.com/VisualStudio/2011/storyboarding/control"/>
  </ds:schemaRefs>
</ds:datastoreItem>
</file>

<file path=customXml/itemProps31.xml><?xml version="1.0" encoding="utf-8"?>
<ds:datastoreItem xmlns:ds="http://schemas.openxmlformats.org/officeDocument/2006/customXml" ds:itemID="{9E0D9ADE-C492-49C9-8EA5-3943519D8521}">
  <ds:schemaRefs>
    <ds:schemaRef ds:uri="http://schemas.microsoft.com/VisualStudio/2011/storyboarding/control"/>
  </ds:schemaRefs>
</ds:datastoreItem>
</file>

<file path=customXml/itemProps32.xml><?xml version="1.0" encoding="utf-8"?>
<ds:datastoreItem xmlns:ds="http://schemas.openxmlformats.org/officeDocument/2006/customXml" ds:itemID="{1C6AA895-B7A5-443A-8CD1-E016E909B296}">
  <ds:schemaRefs>
    <ds:schemaRef ds:uri="http://schemas.microsoft.com/VisualStudio/2011/storyboarding/control"/>
  </ds:schemaRefs>
</ds:datastoreItem>
</file>

<file path=customXml/itemProps33.xml><?xml version="1.0" encoding="utf-8"?>
<ds:datastoreItem xmlns:ds="http://schemas.openxmlformats.org/officeDocument/2006/customXml" ds:itemID="{761DA60F-2044-42FA-879D-D279A8987D09}">
  <ds:schemaRefs>
    <ds:schemaRef ds:uri="http://schemas.microsoft.com/VisualStudio/2011/storyboarding/control"/>
  </ds:schemaRefs>
</ds:datastoreItem>
</file>

<file path=customXml/itemProps34.xml><?xml version="1.0" encoding="utf-8"?>
<ds:datastoreItem xmlns:ds="http://schemas.openxmlformats.org/officeDocument/2006/customXml" ds:itemID="{93B29FCD-20DC-4F30-83D5-859423B89949}">
  <ds:schemaRefs>
    <ds:schemaRef ds:uri="http://schemas.microsoft.com/VisualStudio/2011/storyboarding/control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53178</TotalTime>
  <Words>316</Words>
  <Application>Microsoft Office PowerPoint</Application>
  <PresentationFormat>A4 용지(210x297mm)</PresentationFormat>
  <Paragraphs>198</Paragraphs>
  <Slides>7</Slides>
  <Notes>2</Notes>
  <HiddenSlides>0</HiddenSlides>
  <MMClips>0</MMClips>
  <ScaleCrop>false</ScaleCrop>
  <HeadingPairs>
    <vt:vector size="6" baseType="variant">
      <vt:variant>
        <vt:lpstr>사용한 글꼴</vt:lpstr>
      </vt:variant>
      <vt:variant>
        <vt:i4>4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7</vt:i4>
      </vt:variant>
    </vt:vector>
  </HeadingPairs>
  <TitlesOfParts>
    <vt:vector size="12" baseType="lpstr">
      <vt:lpstr>굴림</vt:lpstr>
      <vt:lpstr>돋움</vt:lpstr>
      <vt:lpstr>맑은 고딕</vt:lpstr>
      <vt:lpstr>Arial</vt:lpstr>
      <vt:lpstr>2_Office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devgat</dc:creator>
  <cp:lastModifiedBy>재섭 임</cp:lastModifiedBy>
  <cp:revision>4749</cp:revision>
  <cp:lastPrinted>2026-04-06T02:53:44Z</cp:lastPrinted>
  <dcterms:created xsi:type="dcterms:W3CDTF">2014-10-14T01:07:57Z</dcterms:created>
  <dcterms:modified xsi:type="dcterms:W3CDTF">2026-04-06T04:39:09Z</dcterms:modified>
</cp:coreProperties>
</file>